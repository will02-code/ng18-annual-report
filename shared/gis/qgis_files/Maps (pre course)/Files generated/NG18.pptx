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6" r:id="rId3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Jordan" userId="8831a3b0-c92d-4ea9-90b4-15b93a0c0f9e" providerId="ADAL" clId="{1133F533-2185-4584-B1EB-D01E0D1D90AF}"/>
    <pc:docChg chg="custSel modSld">
      <pc:chgData name="Neil Jordan" userId="8831a3b0-c92d-4ea9-90b4-15b93a0c0f9e" providerId="ADAL" clId="{1133F533-2185-4584-B1EB-D01E0D1D90AF}" dt="2023-03-09T04:35:57.366" v="0" actId="478"/>
      <pc:docMkLst>
        <pc:docMk/>
      </pc:docMkLst>
      <pc:sldChg chg="delSp mod">
        <pc:chgData name="Neil Jordan" userId="8831a3b0-c92d-4ea9-90b4-15b93a0c0f9e" providerId="ADAL" clId="{1133F533-2185-4584-B1EB-D01E0D1D90AF}" dt="2023-03-09T04:35:57.366" v="0" actId="478"/>
        <pc:sldMkLst>
          <pc:docMk/>
          <pc:sldMk cId="3582745439" sldId="257"/>
        </pc:sldMkLst>
        <pc:spChg chg="del">
          <ac:chgData name="Neil Jordan" userId="8831a3b0-c92d-4ea9-90b4-15b93a0c0f9e" providerId="ADAL" clId="{1133F533-2185-4584-B1EB-D01E0D1D90AF}" dt="2023-03-09T04:35:57.366" v="0" actId="478"/>
          <ac:spMkLst>
            <pc:docMk/>
            <pc:sldMk cId="3582745439" sldId="257"/>
            <ac:spMk id="2" creationId="{5BE9D12B-978F-EB09-DE1D-DA489EAAE0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B4F3-E579-41DB-A87F-E533342D94C3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F2B32-8E11-4D5A-AA74-AC6CA7D8F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85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B4F3-E579-41DB-A87F-E533342D94C3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F2B32-8E11-4D5A-AA74-AC6CA7D8F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06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B4F3-E579-41DB-A87F-E533342D94C3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F2B32-8E11-4D5A-AA74-AC6CA7D8F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30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B4F3-E579-41DB-A87F-E533342D94C3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F2B32-8E11-4D5A-AA74-AC6CA7D8F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60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B4F3-E579-41DB-A87F-E533342D94C3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F2B32-8E11-4D5A-AA74-AC6CA7D8F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74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B4F3-E579-41DB-A87F-E533342D94C3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F2B32-8E11-4D5A-AA74-AC6CA7D8F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65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B4F3-E579-41DB-A87F-E533342D94C3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F2B32-8E11-4D5A-AA74-AC6CA7D8F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11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B4F3-E579-41DB-A87F-E533342D94C3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F2B32-8E11-4D5A-AA74-AC6CA7D8F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29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B4F3-E579-41DB-A87F-E533342D94C3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F2B32-8E11-4D5A-AA74-AC6CA7D8F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99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B4F3-E579-41DB-A87F-E533342D94C3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F2B32-8E11-4D5A-AA74-AC6CA7D8F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7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B4F3-E579-41DB-A87F-E533342D94C3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F2B32-8E11-4D5A-AA74-AC6CA7D8F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23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0B4F3-E579-41DB-A87F-E533342D94C3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F2B32-8E11-4D5A-AA74-AC6CA7D8F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7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B1B07-B69A-F643-C64E-C3F5A3811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map of the world&#10;&#10;Description automatically generated with medium confidence">
            <a:extLst>
              <a:ext uri="{FF2B5EF4-FFF2-40B4-BE49-F238E27FC236}">
                <a16:creationId xmlns:a16="http://schemas.microsoft.com/office/drawing/2014/main" id="{6F38D30E-6FE5-5D50-5417-36B07A3528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" r="47110"/>
          <a:stretch/>
        </p:blipFill>
        <p:spPr>
          <a:xfrm>
            <a:off x="264645" y="1338312"/>
            <a:ext cx="5155080" cy="5030777"/>
          </a:xfrm>
          <a:prstGeom prst="rect">
            <a:avLst/>
          </a:prstGeom>
        </p:spPr>
      </p:pic>
      <p:pic>
        <p:nvPicPr>
          <p:cNvPr id="5" name="Picture 4" descr="A picture containing text, mountain&#10;&#10;Description automatically generated">
            <a:extLst>
              <a:ext uri="{FF2B5EF4-FFF2-40B4-BE49-F238E27FC236}">
                <a16:creationId xmlns:a16="http://schemas.microsoft.com/office/drawing/2014/main" id="{D445477A-C1FF-E5DC-E5DE-645EEEB433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" r="33783"/>
          <a:stretch/>
        </p:blipFill>
        <p:spPr>
          <a:xfrm>
            <a:off x="5638801" y="1343025"/>
            <a:ext cx="6211764" cy="502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45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4846F3A4-CCF8-8DFE-DEF1-B530A9DF3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04865"/>
            <a:ext cx="13735517" cy="971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926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3F185E34AE8445A258416BCE4C4790" ma:contentTypeVersion="11" ma:contentTypeDescription="Create a new document." ma:contentTypeScope="" ma:versionID="f7b0c1e7f7d5face86da91ebf4c83278">
  <xsd:schema xmlns:xsd="http://www.w3.org/2001/XMLSchema" xmlns:xs="http://www.w3.org/2001/XMLSchema" xmlns:p="http://schemas.microsoft.com/office/2006/metadata/properties" xmlns:ns2="caf87056-3fd3-4038-9c52-89882ecde542" xmlns:ns3="4402e8a7-1b7c-4b21-babd-e2cbbfb12e1e" targetNamespace="http://schemas.microsoft.com/office/2006/metadata/properties" ma:root="true" ma:fieldsID="9e514ac0b8de2180059b6e9a97d43156" ns2:_="" ns3:_="">
    <xsd:import namespace="caf87056-3fd3-4038-9c52-89882ecde542"/>
    <xsd:import namespace="4402e8a7-1b7c-4b21-babd-e2cbbfb12e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f87056-3fd3-4038-9c52-89882ecde5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2e8a7-1b7c-4b21-babd-e2cbbfb12e1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d48e018-f0f4-41cf-aecd-d8dbd2aa4cdd}" ma:internalName="TaxCatchAll" ma:showField="CatchAllData" ma:web="4402e8a7-1b7c-4b21-babd-e2cbbfb12e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402e8a7-1b7c-4b21-babd-e2cbbfb12e1e" xsi:nil="true"/>
    <lcf76f155ced4ddcb4097134ff3c332f xmlns="caf87056-3fd3-4038-9c52-89882ecde54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3B372F0-0721-4B8D-B214-78F840F896CF}"/>
</file>

<file path=customXml/itemProps2.xml><?xml version="1.0" encoding="utf-8"?>
<ds:datastoreItem xmlns:ds="http://schemas.openxmlformats.org/officeDocument/2006/customXml" ds:itemID="{4F57C7D0-6445-40B4-AE0F-FDEAD21CB4CC}"/>
</file>

<file path=customXml/itemProps3.xml><?xml version="1.0" encoding="utf-8"?>
<ds:datastoreItem xmlns:ds="http://schemas.openxmlformats.org/officeDocument/2006/customXml" ds:itemID="{0EF4C459-C907-414E-BB0B-02547C401EC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Neil Jordan</dc:creator>
  <cp:lastModifiedBy>Neil Jordan</cp:lastModifiedBy>
  <cp:revision>1</cp:revision>
  <dcterms:created xsi:type="dcterms:W3CDTF">2023-03-09T03:37:01Z</dcterms:created>
  <dcterms:modified xsi:type="dcterms:W3CDTF">2023-03-09T04:36:06Z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0x010100853F185E34AE8445A258416BCE4C4790</vt:lpwstr>
  </property>
</Properties>
</file>

<file path=[Content_Types].xml><?xml version="1.0" encoding="utf-8"?>
<Types xmlns="http://schemas.openxmlformats.org/package/2006/content-types">
  <Default Extension="fntdata" ContentType="application/x-fontdata"/>
  <Default Extension="jp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Masters/slideMaster1.xml" ContentType="application/vnd.openxmlformats-officedocument.presentationml.slideMaster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notesMasters/notesMaster1.xml" ContentType="application/vnd.openxmlformats-officedocument.presentationml.notesMaster+xml"/>
  <Override PartName="/ppt/commentAuthors.xml" ContentType="application/vnd.openxmlformats-officedocument.presentationml.commentAuthors+xml"/>
  <Override PartName="/ppt/theme/theme1.xml" ContentType="application/vnd.openxmlformats-officedocument.theme+xml"/>
  <Override PartName="/ppt/theme/theme2.xml" ContentType="application/vnd.openxmlformats-officedocument.them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ableStyles.xml" ContentType="application/vnd.openxmlformats-officedocument.presentationml.tableStyles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  <Override PartName="/ppt/metadata" ContentType="application/binary"/>
  <Override PartName="/customXml/itemProps1.xml" ContentType="application/vnd.openxmlformats-officedocument.customXmlProperties+xml"/>
  <Override PartName="/customXml/itemProps2.xml" ContentType="application/vnd.openxmlformats-officedocument.customXmlProperties+xml"/>
  <Override PartName="/customXml/itemProps3.xml" ContentType="application/vnd.openxmlformats-officedocument.customXml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Relationship Id="rId4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trictFirstAndLastChars="0" embedTrueTypeFonts="1" saveSubsetFonts="1" autoCompressPictures="0">
  <p:sldMasterIdLst>
    <p:sldMasterId id="2147483648" r:id="rId1"/>
  </p:sldMasterIdLst>
  <p:notesMasterIdLst>
    <p:notesMasterId r:id="rId22"/>
  </p:notesMasterIdLst>
  <p:sldIdLst>
    <p:sldId id="317" r:id="rId2"/>
    <p:sldId id="332" r:id="rId3"/>
    <p:sldId id="336" r:id="rId4"/>
    <p:sldId id="337" r:id="rId5"/>
    <p:sldId id="333" r:id="rId6"/>
    <p:sldId id="338" r:id="rId7"/>
    <p:sldId id="343" r:id="rId8"/>
    <p:sldId id="341" r:id="rId9"/>
    <p:sldId id="350" r:id="rId10"/>
    <p:sldId id="348" r:id="rId11"/>
    <p:sldId id="349" r:id="rId12"/>
    <p:sldId id="342" r:id="rId13"/>
    <p:sldId id="334" r:id="rId14"/>
    <p:sldId id="351" r:id="rId15"/>
    <p:sldId id="352" r:id="rId16"/>
    <p:sldId id="347" r:id="rId17"/>
    <p:sldId id="335" r:id="rId18"/>
    <p:sldId id="340" r:id="rId19"/>
    <p:sldId id="344" r:id="rId20"/>
    <p:sldId id="315" r:id="rId21"/>
  </p:sldIdLst>
  <p:sldSz cx="12192000" cy="6858000"/>
  <p:notesSz cx="6858000" cy="9144000"/>
  <p:embeddedFontLst>
    <p:embeddedFont>
      <p:font typeface="Arial Narrow" panose="020B0606020202030204" pitchFamily="34" charset="0"/>
      <p:regular r:id="rId23"/>
      <p:bold r:id="rId24"/>
      <p:italic r:id="rId25"/>
      <p:boldItalic r:id="rId26"/>
    </p:embeddedFont>
    <p:embeddedFont>
      <p:font typeface="Georgia" panose="02040502050405020303" pitchFamily="18" charset="0"/>
      <p:regular r:id="rId27"/>
      <p:bold r:id="rId28"/>
      <p:italic r:id="rId29"/>
      <p:boldItalic r:id="rId30"/>
    </p:embeddedFont>
  </p:embeddedFontLst>
  <p:defaultText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 xmlns:p15="http://schemas.microsoft.com/office/powerpoint/2012/main"/>
    </p:ext>
    <p:ext uri="http://customooxmlschemas.google.com/">
      <go:slidesCustomData xmlns:go="http://customooxmlschemas.google.com/" xmlns:ahyp="http://schemas.microsoft.com/office/drawing/2018/hyperlinkcolor" xmlns:p15="http://schemas.microsoft.com/office/powerpoint/2012/main" xmlns:p14="http://schemas.microsoft.com/office/powerpoint/2010/main" xmlns:com="http://schemas.openxmlformats.org/drawingml/2006/compatibility" xmlns:pvml="urn:schemas-microsoft-com:office:powerpoint" xmlns:v="urn:schemas-microsoft-com:vml" xmlns:o="urn:schemas-microsoft-com:office:office" xmlns:dgm="http://schemas.openxmlformats.org/drawingml/2006/diagram" xmlns:c="http://schemas.openxmlformats.org/drawingml/2006/chart" xmlns:mv="urn:schemas-microsoft-com:mac:vml" xmlns:mc="http://schemas.openxmlformats.org/markup-compatibility/2006" xmlns="" r:id="rId41" roundtripDataSignature="AMtx7mjIzqSh75WzysAXlhZum6Jf274y/w=="/>
    </p:ext>
  </p:extLst>
</p:presentation>
</file>

<file path=ppt/commentAuthors.xml><?xml version="1.0" encoding="utf-8"?>
<p:cmAuthorLst xmlns:a="http://schemas.openxmlformats.org/drawingml/2006/main" xmlns:r="http://schemas.openxmlformats.org/officeDocument/2006/relationships" xmlns:p="http://schemas.openxmlformats.org/presentationml/2006/main">
  <p:cmAuthor id="0" name="Jo Watkins" initials="" lastIdx="2" clrIdx="0"/>
  <p:cmAuthor id="1" name="Janice Kleinwort" initials="" lastIdx="2" clrIdx="1"/>
  <p:cmAuthor id="2" name="Vinita Chanan" initials="" lastIdx="1" clrIdx="2"/>
</p:cmAuthorLst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4F2BAE80-0B45-491B-9EAD-A98D47408677}" v="13" dt="2025-07-06T12:37:37.727"/>
  </p1510:revLst>
</p1510:revInfo>
</file>

<file path=ppt/tableStyles.xml><?xml version="1.0" encoding="utf-8"?>
<a:tblStyleLst xmlns:a="http://schemas.openxmlformats.org/drawingml/2006/main" def="{25446779-5D92-47FC-BF80-B632EA48CC94}">
  <a:tblStyle styleId="{25446779-5D92-47FC-BF80-B632EA48CC94}" styleName="Table_0">
    <a:wholeTbl>
      <a:tcTxStyle b="off" i="off">
        <a:font>
          <a:latin typeface="Arial"/>
          <a:ea typeface="Arial"/>
          <a:cs typeface="Arial"/>
        </a:font>
        <a:srgbClr val="000000"/>
      </a:tcTxStyle>
      <a:tcStyle>
        <a:tcBdr>
          <a:left>
            <a:ln w="9525" cap="flat" cmpd="sng">
              <a:solidFill>
                <a:srgbClr val="9E9E9E"/>
              </a:solidFill>
              <a:prstDash val="solid"/>
              <a:round/>
              <a:headEnd type="none" w="sm" len="sm"/>
              <a:tailEnd type="none" w="sm" len="sm"/>
            </a:ln>
          </a:left>
          <a:right>
            <a:ln w="9525" cap="flat" cmpd="sng">
              <a:solidFill>
                <a:srgbClr val="9E9E9E"/>
              </a:solidFill>
              <a:prstDash val="solid"/>
              <a:round/>
              <a:headEnd type="none" w="sm" len="sm"/>
              <a:tailEnd type="none" w="sm" len="sm"/>
            </a:ln>
          </a:right>
          <a:top>
            <a:ln w="9525" cap="flat" cmpd="sng">
              <a:solidFill>
                <a:srgbClr val="9E9E9E"/>
              </a:solidFill>
              <a:prstDash val="solid"/>
              <a:round/>
              <a:headEnd type="none" w="sm" len="sm"/>
              <a:tailEnd type="none" w="sm" len="sm"/>
            </a:ln>
          </a:top>
          <a:bottom>
            <a:ln w="9525" cap="flat" cmpd="sng">
              <a:solidFill>
                <a:srgbClr val="9E9E9E"/>
              </a:solidFill>
              <a:prstDash val="solid"/>
              <a:round/>
              <a:headEnd type="none" w="sm" len="sm"/>
              <a:tailEnd type="none" w="sm" len="sm"/>
            </a:ln>
          </a:bottom>
          <a:insideH>
            <a:ln w="9525" cap="flat" cmpd="sng">
              <a:solidFill>
                <a:srgbClr val="9E9E9E"/>
              </a:solidFill>
              <a:prstDash val="solid"/>
              <a:round/>
              <a:headEnd type="none" w="sm" len="sm"/>
              <a:tailEnd type="none" w="sm" len="sm"/>
            </a:ln>
          </a:insideH>
          <a:insideV>
            <a:ln w="9525" cap="flat" cmpd="sng">
              <a:solidFill>
                <a:srgbClr val="9E9E9E"/>
              </a:solidFill>
              <a:prstDash val="solid"/>
              <a:round/>
              <a:headEnd type="none" w="sm" len="sm"/>
              <a:tailEnd type="none" w="sm" len="sm"/>
            </a:ln>
          </a:insideV>
        </a:tcBdr>
      </a:tcStyle>
    </a:wholeTbl>
    <a:band1H>
      <a:tcTxStyle b="off" i="off"/>
      <a:tcStyle>
        <a:tcBdr/>
      </a:tcStyle>
    </a:band1H>
    <a:band2H>
      <a:tcTxStyle b="off" i="off"/>
      <a:tcStyle>
        <a:tcBdr/>
      </a:tcStyle>
    </a:band2H>
    <a:band1V>
      <a:tcTxStyle b="off" i="off"/>
      <a:tcStyle>
        <a:tcBdr/>
      </a:tcStyle>
    </a:band1V>
    <a:band2V>
      <a:tcTxStyle b="off" i="off"/>
      <a:tcStyle>
        <a:tcBdr/>
      </a:tcStyle>
    </a:band2V>
    <a:lastCol>
      <a:tcTxStyle b="off" i="off"/>
      <a:tcStyle>
        <a:tcBdr/>
      </a:tcStyle>
    </a:lastCol>
    <a:firstCol>
      <a:tcTxStyle b="off" i="off"/>
      <a:tcStyle>
        <a:tcBdr/>
      </a:tcStyle>
    </a:firstCol>
    <a:lastRow>
      <a:tcTxStyle b="off" i="off"/>
      <a:tcStyle>
        <a:tcBdr/>
      </a:tcStyle>
    </a:lastRow>
    <a:seCell>
      <a:tcTxStyle b="off" i="off"/>
      <a:tcStyle>
        <a:tcBdr/>
      </a:tcStyle>
    </a:seCell>
    <a:swCell>
      <a:tcTxStyle b="off" i="off"/>
      <a:tcStyle>
        <a:tcBdr/>
      </a:tcStyle>
    </a:swCell>
    <a:firstRow>
      <a:tcTxStyle b="off" i="off"/>
      <a:tcStyle>
        <a:tcBdr/>
      </a:tcStyle>
    </a:firstRow>
    <a:neCell>
      <a:tcTxStyle b="off" i="off"/>
      <a:tcStyle>
        <a:tcBdr/>
      </a:tcStyle>
    </a:neCell>
    <a:nwCell>
      <a:tcTxStyle b="off" i="off"/>
      <a:tcStyle>
        <a:tcBdr/>
      </a:tcStyle>
    </a:nwCell>
  </a:tblStyle>
  <a:tblStyle styleId="{18E22C1E-3070-4233-9D26-4290BD919550}" styleName="Table_1">
    <a:wholeTbl>
      <a:tcTxStyle b="off" i="off">
        <a:font>
          <a:latin typeface="Arial"/>
          <a:ea typeface="Arial"/>
          <a:cs typeface="Arial"/>
        </a:font>
        <a:schemeClr val="dk1"/>
      </a:tcTxStyle>
      <a:tcStyle>
        <a:tcBdr>
          <a:left>
            <a:ln w="12700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a:left>
          <a:right>
            <a:ln w="12700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a:right>
          <a:top>
            <a:ln w="12700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a:top>
          <a:bottom>
            <a:ln w="12700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a:bottom>
          <a:insideH>
            <a:ln w="12700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a:insideH>
          <a:insideV>
            <a:ln w="12700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a:insideV>
        </a:tcBdr>
        <a:fill>
          <a:solidFill>
            <a:srgbClr val="FFF1E8"/>
          </a:solidFill>
        </a:fill>
      </a:tcStyle>
    </a:wholeTbl>
    <a:band1H>
      <a:tcTxStyle b="off" i="off"/>
      <a:tcStyle>
        <a:tcBdr/>
        <a:fill>
          <a:solidFill>
            <a:srgbClr val="FFE2CD"/>
          </a:solidFill>
        </a:fill>
      </a:tcStyle>
    </a:band1H>
    <a:band2H>
      <a:tcTxStyle b="off" i="off"/>
      <a:tcStyle>
        <a:tcBdr/>
      </a:tcStyle>
    </a:band2H>
    <a:band1V>
      <a:tcTxStyle b="off" i="off"/>
      <a:tcStyle>
        <a:tcBdr/>
        <a:fill>
          <a:solidFill>
            <a:srgbClr val="FFE2CD"/>
          </a:solidFill>
        </a:fill>
      </a:tcStyle>
    </a:band1V>
    <a:band2V>
      <a:tcTxStyle b="off" i="off"/>
      <a:tcStyle>
        <a:tcBdr/>
      </a:tcStyle>
    </a:band2V>
    <a:lastCol>
      <a:tcTxStyle b="on" i="off">
        <a:font>
          <a:latin typeface="Arial"/>
          <a:ea typeface="Arial"/>
          <a:cs typeface="Arial"/>
        </a:font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 i="off">
        <a:font>
          <a:latin typeface="Arial"/>
          <a:ea typeface="Arial"/>
          <a:cs typeface="Arial"/>
        </a:font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 i="off">
        <a:font>
          <a:latin typeface="Arial"/>
          <a:ea typeface="Arial"/>
          <a:cs typeface="Arial"/>
        </a:font>
        <a:schemeClr val="lt1"/>
      </a:tcTxStyle>
      <a:tcStyle>
        <a:tcBdr>
          <a:top>
            <a:ln w="38100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a:top>
        </a:tcBdr>
        <a:fill>
          <a:solidFill>
            <a:schemeClr val="accent1"/>
          </a:solidFill>
        </a:fill>
      </a:tcStyle>
    </a:lastRow>
    <a:seCell>
      <a:tcTxStyle b="off" i="off"/>
      <a:tcStyle>
        <a:tcBdr/>
      </a:tcStyle>
    </a:seCell>
    <a:swCell>
      <a:tcTxStyle b="off" i="off"/>
      <a:tcStyle>
        <a:tcBdr/>
      </a:tcStyle>
    </a:swCell>
    <a:firstRow>
      <a:tcTxStyle b="on" i="off">
        <a:font>
          <a:latin typeface="Arial"/>
          <a:ea typeface="Arial"/>
          <a:cs typeface="Arial"/>
        </a:font>
        <a:schemeClr val="lt1"/>
      </a:tcTxStyle>
      <a:tcStyle>
        <a:tcBdr>
          <a:bottom>
            <a:ln w="38100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a:bottom>
        </a:tcBdr>
        <a:fill>
          <a:solidFill>
            <a:schemeClr val="accent1"/>
          </a:solidFill>
        </a:fill>
      </a:tcStyle>
    </a:firstRow>
    <a:neCell>
      <a:tcTxStyle b="off" i="off"/>
      <a:tcStyle>
        <a:tcBdr/>
      </a:tcStyle>
    </a:neCell>
    <a:nwCell>
      <a:tcTxStyle b="off" i="off"/>
      <a:tcStyle>
        <a:tcBdr/>
      </a:tcStyle>
    </a:nwCell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0741" autoAdjust="0"/>
  </p:normalViewPr>
  <p:slideViewPr>
    <p:cSldViewPr snapToGrid="0">
      <p:cViewPr varScale="1">
        <p:scale>
          <a:sx n="57" d="100"/>
          <a:sy n="57" d="100"/>
        </p:scale>
        <p:origin x="992" y="44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font" Target="fonts/font4.fntdata"/><Relationship Id="rId21" Type="http://schemas.openxmlformats.org/officeDocument/2006/relationships/slide" Target="slides/slide20.xml"/><Relationship Id="rId42" Type="http://schemas.openxmlformats.org/officeDocument/2006/relationships/commentAuthors" Target="commentAuthors.xml"/><Relationship Id="rId47" Type="http://schemas.microsoft.com/office/2015/10/relationships/revisionInfo" Target="revisionInfo.xml"/><Relationship Id="rId50" Type="http://schemas.openxmlformats.org/officeDocument/2006/relationships/customXml" Target="../customXml/item3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font" Target="fonts/font3.fntdata"/><Relationship Id="rId46" Type="http://schemas.openxmlformats.org/officeDocument/2006/relationships/tableStyles" Target="tableStyles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29" Type="http://schemas.openxmlformats.org/officeDocument/2006/relationships/font" Target="fonts/font7.fntdata"/><Relationship Id="rId41" Type="http://customschemas.google.com/relationships/presentationmetadata" Target="metadata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font" Target="fonts/font2.fntdata"/><Relationship Id="rId45" Type="http://schemas.openxmlformats.org/officeDocument/2006/relationships/theme" Target="theme/theme1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font" Target="fonts/font1.fntdata"/><Relationship Id="rId28" Type="http://schemas.openxmlformats.org/officeDocument/2006/relationships/font" Target="fonts/font6.fntdata"/><Relationship Id="rId49" Type="http://schemas.openxmlformats.org/officeDocument/2006/relationships/customXml" Target="../customXml/item2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44" Type="http://schemas.openxmlformats.org/officeDocument/2006/relationships/viewProps" Target="viewProp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notesMaster" Target="notesMasters/notesMaster1.xml"/><Relationship Id="rId27" Type="http://schemas.openxmlformats.org/officeDocument/2006/relationships/font" Target="fonts/font5.fntdata"/><Relationship Id="rId30" Type="http://schemas.openxmlformats.org/officeDocument/2006/relationships/font" Target="fonts/font8.fntdata"/><Relationship Id="rId43" Type="http://schemas.openxmlformats.org/officeDocument/2006/relationships/presProps" Target="presProps.xml"/><Relationship Id="rId48" Type="http://schemas.openxmlformats.org/officeDocument/2006/relationships/customXml" Target="../customXml/item1.xml"/><Relationship Id="rId8" Type="http://schemas.openxmlformats.org/officeDocument/2006/relationships/slide" Target="slides/slide7.xml"/><Relationship Id="rId3" Type="http://schemas.openxmlformats.org/officeDocument/2006/relationships/slide" Target="slides/slide2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lt1"/>
        </a:solidFill>
        <a:effectLst/>
      </p:bgPr>
    </p:bg>
    <p:spTree>
      <p:nvGrpSpPr>
        <p:cNvPr id="1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 txBox="1">
            <a:spLocks noGrp="1"/>
          </p:cNvSpPr>
          <p:nvPr>
            <p:ph type="hdr" idx="2"/>
          </p:nvPr>
        </p:nvSpPr>
        <p:spPr>
          <a:xfrm>
            <a:off x="0" y="0"/>
            <a:ext cx="2971800" cy="45878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4" name="Google Shape;4;n"/>
          <p:cNvSpPr txBox="1">
            <a:spLocks noGrp="1"/>
          </p:cNvSpPr>
          <p:nvPr>
            <p:ph type="dt" idx="10"/>
          </p:nvPr>
        </p:nvSpPr>
        <p:spPr>
          <a:xfrm>
            <a:off x="3884613" y="0"/>
            <a:ext cx="2971800" cy="45878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R="0" lvl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5" name="Google Shape;5;n"/>
          <p:cNvSpPr>
            <a:spLocks noGrp="1" noRot="1" noChangeAspect="1"/>
          </p:cNvSpPr>
          <p:nvPr>
            <p:ph type="sldImg" idx="3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6" name="Google Shape;6;n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457200" marR="0" lvl="0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914400" marR="0" lvl="1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1371600" marR="0" lvl="2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1828800" marR="0" lvl="3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2286000" marR="0" lvl="4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2743200" marR="0" lvl="5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3200400" marR="0" lvl="6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3657600" marR="0" lvl="7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4114800" marR="0" lvl="8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7" name="Google Shape;7;n"/>
          <p:cNvSpPr txBox="1">
            <a:spLocks noGrp="1"/>
          </p:cNvSpPr>
          <p:nvPr>
            <p:ph type="ftr" idx="11"/>
          </p:nvPr>
        </p:nvSpPr>
        <p:spPr>
          <a:xfrm>
            <a:off x="0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8" name="Google Shape;8;n"/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marR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fld id="{00000000-1234-1234-1234-123412341234}" type="slidenum">
              <a:rPr lang="en-US"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‹#›</a:t>
            </a:fld>
            <a:endParaRPr sz="12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notes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0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AU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12"/>
          </p:nvPr>
        </p:nvSpPr>
        <p:spPr/>
        <p:txBody>
          <a:bodyPr/>
          <a:lstStyle/>
          <a:p>
            <a:pPr marL="0" marR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fld id="{00000000-1234-1234-1234-123412341234}" type="slidenum">
              <a:rPr lang="en-US" sz="1200" b="0" i="0" u="none" strike="noStrike" cap="none" smtClean="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5</a:t>
            </a:fld>
            <a:endParaRPr lang="en-US" sz="12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  <p:extLst>
      <p:ext uri="{BB962C8B-B14F-4D97-AF65-F5344CB8AC3E}">
        <p14:creationId xmlns:p14="http://schemas.microsoft.com/office/powerpoint/2010/main" val="2611282677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8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6" name="Google Shape;86;p2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endParaRPr dirty="0"/>
          </a:p>
        </p:txBody>
      </p:sp>
      <p:sp>
        <p:nvSpPr>
          <p:cNvPr id="87" name="Google Shape;87;p2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</p:spTree>
    <p:extLst>
      <p:ext uri="{BB962C8B-B14F-4D97-AF65-F5344CB8AC3E}">
        <p14:creationId xmlns:p14="http://schemas.microsoft.com/office/powerpoint/2010/main" val="270774803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g"/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" type="blank">
  <p:cSld name="BLANK">
    <p:spTree>
      <p:nvGrpSpPr>
        <p:cNvPr id="1" name="Shape 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Google Shape;14;p55"/>
          <p:cNvSpPr txBox="1">
            <a:spLocks noGrp="1"/>
          </p:cNvSpPr>
          <p:nvPr>
            <p:ph type="sldNum" idx="12"/>
          </p:nvPr>
        </p:nvSpPr>
        <p:spPr>
          <a:xfrm>
            <a:off x="11296611" y="6217622"/>
            <a:ext cx="731600" cy="524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1_Title and Content" type="obj">
  <p:cSld name="OBJECT">
    <p:spTree>
      <p:nvGrpSpPr>
        <p:cNvPr id="1" name="Shape 1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Google Shape;16;p29"/>
          <p:cNvSpPr txBox="1">
            <a:spLocks noGrp="1"/>
          </p:cNvSpPr>
          <p:nvPr>
            <p:ph type="title"/>
          </p:nvPr>
        </p:nvSpPr>
        <p:spPr>
          <a:xfrm>
            <a:off x="609600" y="274638"/>
            <a:ext cx="10972800" cy="1143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R="0"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A71930"/>
              </a:buClr>
              <a:buSzPts val="4000"/>
              <a:buFont typeface="Arial Narrow"/>
              <a:buNone/>
              <a:defRPr sz="4000" b="1" i="0" u="none" strike="noStrike" cap="none">
                <a:solidFill>
                  <a:srgbClr val="A71930"/>
                </a:solidFill>
                <a:latin typeface="Arial Narrow"/>
                <a:ea typeface="Arial Narrow"/>
                <a:cs typeface="Arial Narrow"/>
                <a:sym typeface="Arial Narrow"/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9pPr>
          </a:lstStyle>
          <a:p>
            <a:endParaRPr/>
          </a:p>
        </p:txBody>
      </p:sp>
      <p:sp>
        <p:nvSpPr>
          <p:cNvPr id="17" name="Google Shape;17;p29"/>
          <p:cNvSpPr txBox="1">
            <a:spLocks noGrp="1"/>
          </p:cNvSpPr>
          <p:nvPr>
            <p:ph type="body" idx="1"/>
          </p:nvPr>
        </p:nvSpPr>
        <p:spPr>
          <a:xfrm>
            <a:off x="609600" y="1600201"/>
            <a:ext cx="10972800" cy="45259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457200" marR="0" lvl="0" indent="-431800" algn="l">
              <a:lnSpc>
                <a:spcPct val="115000"/>
              </a:lnSpc>
              <a:spcBef>
                <a:spcPts val="64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Arial"/>
              <a:buChar char="•"/>
              <a:defRPr sz="3200" b="0" i="0" u="none" strike="noStrike" cap="none">
                <a:solidFill>
                  <a:schemeClr val="dk1"/>
                </a:solidFill>
                <a:latin typeface="Georgia"/>
                <a:ea typeface="Georgia"/>
                <a:cs typeface="Georgia"/>
                <a:sym typeface="Georgia"/>
              </a:defRPr>
            </a:lvl1pPr>
            <a:lvl2pPr marL="914400" marR="0" lvl="1" indent="-406400" algn="l">
              <a:lnSpc>
                <a:spcPct val="115000"/>
              </a:lnSpc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Char char="–"/>
              <a:defRPr sz="2800" b="0" i="0" u="none" strike="noStrike" cap="none">
                <a:solidFill>
                  <a:schemeClr val="dk1"/>
                </a:solidFill>
                <a:latin typeface="Georgia"/>
                <a:ea typeface="Georgia"/>
                <a:cs typeface="Georgia"/>
                <a:sym typeface="Georgia"/>
              </a:defRPr>
            </a:lvl2pPr>
            <a:lvl3pPr marL="1371600" marR="0" lvl="2" indent="-381000" algn="l">
              <a:lnSpc>
                <a:spcPct val="115000"/>
              </a:lnSpc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Char char="•"/>
              <a:defRPr sz="2400" b="0" i="0" u="none" strike="noStrike" cap="none">
                <a:solidFill>
                  <a:schemeClr val="dk1"/>
                </a:solidFill>
                <a:latin typeface="Georgia"/>
                <a:ea typeface="Georgia"/>
                <a:cs typeface="Georgia"/>
                <a:sym typeface="Georgia"/>
              </a:defRPr>
            </a:lvl3pPr>
            <a:lvl4pPr marL="1828800" marR="0" lvl="3" indent="-355600" algn="l">
              <a:lnSpc>
                <a:spcPct val="115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–"/>
              <a:defRPr sz="2000" b="0" i="0" u="none" strike="noStrike" cap="none">
                <a:solidFill>
                  <a:schemeClr val="dk1"/>
                </a:solidFill>
                <a:latin typeface="Georgia"/>
                <a:ea typeface="Georgia"/>
                <a:cs typeface="Georgia"/>
                <a:sym typeface="Georgia"/>
              </a:defRPr>
            </a:lvl4pPr>
            <a:lvl5pPr marL="2286000" marR="0" lvl="4" indent="-355600" algn="l">
              <a:lnSpc>
                <a:spcPct val="115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»"/>
              <a:defRPr sz="2000" b="0" i="0" u="none" strike="noStrike" cap="none">
                <a:solidFill>
                  <a:schemeClr val="dk1"/>
                </a:solidFill>
                <a:latin typeface="Georgia"/>
                <a:ea typeface="Georgia"/>
                <a:cs typeface="Georgia"/>
                <a:sym typeface="Georgia"/>
              </a:defRPr>
            </a:lvl5pPr>
            <a:lvl6pPr marL="2743200" marR="0" lvl="5" indent="-355600" algn="l">
              <a:lnSpc>
                <a:spcPct val="115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sz="20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3200400" marR="0" lvl="6" indent="-355600" algn="l">
              <a:lnSpc>
                <a:spcPct val="115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sz="20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3657600" marR="0" lvl="7" indent="-355600" algn="l">
              <a:lnSpc>
                <a:spcPct val="115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sz="20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4114800" marR="0" lvl="8" indent="-355600" algn="l">
              <a:lnSpc>
                <a:spcPct val="115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sz="20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pic>
        <p:nvPicPr>
          <p:cNvPr id="18" name="Google Shape;18;p29" descr="workingfile_Footer.jpg"/>
          <p:cNvPicPr preferRelativeResize="0"/>
          <p:nvPr/>
        </p:nvPicPr>
        <p:blipFill rotWithShape="1">
          <a:blip r:embed="rId2">
            <a:alphaModFix/>
          </a:blip>
          <a:srcRect/>
          <a:stretch/>
        </p:blipFill>
        <p:spPr>
          <a:xfrm>
            <a:off x="0" y="6296421"/>
            <a:ext cx="12288088" cy="571396"/>
          </a:xfrm>
          <a:prstGeom prst="rect">
            <a:avLst/>
          </a:prstGeom>
          <a:noFill/>
          <a:ln>
            <a:noFill/>
          </a:ln>
        </p:spPr>
      </p:pic>
      <p:sp>
        <p:nvSpPr>
          <p:cNvPr id="19" name="Google Shape;19;p29"/>
          <p:cNvSpPr txBox="1">
            <a:spLocks noGrp="1"/>
          </p:cNvSpPr>
          <p:nvPr>
            <p:ph type="sldNum" idx="12"/>
          </p:nvPr>
        </p:nvSpPr>
        <p:spPr>
          <a:xfrm>
            <a:off x="11409045" y="6333134"/>
            <a:ext cx="731700" cy="525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Arial"/>
              <a:buNone/>
              <a:defRPr sz="1300" b="0" i="0" u="none" strike="noStrike" cap="none">
                <a:solidFill>
                  <a:schemeClr val="dk1"/>
                </a:solidFill>
                <a:latin typeface="Georgia"/>
                <a:ea typeface="Georgia"/>
                <a:cs typeface="Georgia"/>
                <a:sym typeface="Georgia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Arial"/>
              <a:buNone/>
              <a:defRPr sz="1300" b="0" i="0" u="none" strike="noStrike" cap="none">
                <a:solidFill>
                  <a:schemeClr val="dk1"/>
                </a:solidFill>
                <a:latin typeface="Georgia"/>
                <a:ea typeface="Georgia"/>
                <a:cs typeface="Georgia"/>
                <a:sym typeface="Georgia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Arial"/>
              <a:buNone/>
              <a:defRPr sz="1300" b="0" i="0" u="none" strike="noStrike" cap="none">
                <a:solidFill>
                  <a:schemeClr val="dk1"/>
                </a:solidFill>
                <a:latin typeface="Georgia"/>
                <a:ea typeface="Georgia"/>
                <a:cs typeface="Georgia"/>
                <a:sym typeface="Georgia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Arial"/>
              <a:buNone/>
              <a:defRPr sz="1300" b="0" i="0" u="none" strike="noStrike" cap="none">
                <a:solidFill>
                  <a:schemeClr val="dk1"/>
                </a:solidFill>
                <a:latin typeface="Georgia"/>
                <a:ea typeface="Georgia"/>
                <a:cs typeface="Georgia"/>
                <a:sym typeface="Georgia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Arial"/>
              <a:buNone/>
              <a:defRPr sz="1300" b="0" i="0" u="none" strike="noStrike" cap="none">
                <a:solidFill>
                  <a:schemeClr val="dk1"/>
                </a:solidFill>
                <a:latin typeface="Georgia"/>
                <a:ea typeface="Georgia"/>
                <a:cs typeface="Georgia"/>
                <a:sym typeface="Georgia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Arial"/>
              <a:buNone/>
              <a:defRPr sz="1300" b="0" i="0" u="none" strike="noStrike" cap="none">
                <a:solidFill>
                  <a:schemeClr val="dk1"/>
                </a:solidFill>
                <a:latin typeface="Georgia"/>
                <a:ea typeface="Georgia"/>
                <a:cs typeface="Georgia"/>
                <a:sym typeface="Georgia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Arial"/>
              <a:buNone/>
              <a:defRPr sz="1300" b="0" i="0" u="none" strike="noStrike" cap="none">
                <a:solidFill>
                  <a:schemeClr val="dk1"/>
                </a:solidFill>
                <a:latin typeface="Georgia"/>
                <a:ea typeface="Georgia"/>
                <a:cs typeface="Georgia"/>
                <a:sym typeface="Georgia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Arial"/>
              <a:buNone/>
              <a:defRPr sz="1300" b="0" i="0" u="none" strike="noStrike" cap="none">
                <a:solidFill>
                  <a:schemeClr val="dk1"/>
                </a:solidFill>
                <a:latin typeface="Georgia"/>
                <a:ea typeface="Georgia"/>
                <a:cs typeface="Georgia"/>
                <a:sym typeface="Georgia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Arial"/>
              <a:buNone/>
              <a:defRPr sz="1300" b="0" i="0" u="none" strike="noStrike" cap="none">
                <a:solidFill>
                  <a:schemeClr val="dk1"/>
                </a:solidFill>
                <a:latin typeface="Georgia"/>
                <a:ea typeface="Georgia"/>
                <a:cs typeface="Georgia"/>
                <a:sym typeface="Georgia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two columns" type="twoColTx">
  <p:cSld name="TITLE_AND_TWO_COLUMNS">
    <p:spTree>
      <p:nvGrpSpPr>
        <p:cNvPr id="1" name="Shape 2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" name="Google Shape;28;p48"/>
          <p:cNvSpPr txBox="1">
            <a:spLocks noGrp="1"/>
          </p:cNvSpPr>
          <p:nvPr>
            <p:ph type="title"/>
          </p:nvPr>
        </p:nvSpPr>
        <p:spPr>
          <a:xfrm>
            <a:off x="415600" y="593367"/>
            <a:ext cx="11360800" cy="763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>
            <a:endParaRPr/>
          </a:p>
        </p:txBody>
      </p:sp>
      <p:sp>
        <p:nvSpPr>
          <p:cNvPr id="29" name="Google Shape;29;p48"/>
          <p:cNvSpPr txBox="1">
            <a:spLocks noGrp="1"/>
          </p:cNvSpPr>
          <p:nvPr>
            <p:ph type="body" idx="1"/>
          </p:nvPr>
        </p:nvSpPr>
        <p:spPr>
          <a:xfrm>
            <a:off x="415600" y="1536633"/>
            <a:ext cx="5333200" cy="4555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marL="457200" lvl="0" indent="-3175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marL="914400" lvl="1" indent="-30480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1200"/>
              <a:buChar char="○"/>
              <a:defRPr sz="1200"/>
            </a:lvl2pPr>
            <a:lvl3pPr marL="1371600" lvl="2" indent="-30480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1200"/>
              <a:buChar char="■"/>
              <a:defRPr sz="1200"/>
            </a:lvl3pPr>
            <a:lvl4pPr marL="1828800" lvl="3" indent="-30480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1200"/>
              <a:buChar char="●"/>
              <a:defRPr sz="1200"/>
            </a:lvl4pPr>
            <a:lvl5pPr marL="2286000" lvl="4" indent="-30480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1200"/>
              <a:buChar char="○"/>
              <a:defRPr sz="1200"/>
            </a:lvl5pPr>
            <a:lvl6pPr marL="2743200" lvl="5" indent="-30480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1200"/>
              <a:buChar char="■"/>
              <a:defRPr sz="1200"/>
            </a:lvl6pPr>
            <a:lvl7pPr marL="3200400" lvl="6" indent="-30480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1200"/>
              <a:buChar char="●"/>
              <a:defRPr sz="1200"/>
            </a:lvl7pPr>
            <a:lvl8pPr marL="3657600" lvl="7" indent="-30480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1200"/>
              <a:buChar char="○"/>
              <a:defRPr sz="1200"/>
            </a:lvl8pPr>
            <a:lvl9pPr marL="4114800" lvl="8" indent="-304800" algn="l">
              <a:lnSpc>
                <a:spcPct val="115000"/>
              </a:lnSpc>
              <a:spcBef>
                <a:spcPts val="1600"/>
              </a:spcBef>
              <a:spcAft>
                <a:spcPts val="1600"/>
              </a:spcAft>
              <a:buSzPts val="1200"/>
              <a:buChar char="■"/>
              <a:defRPr sz="1200"/>
            </a:lvl9pPr>
          </a:lstStyle>
          <a:p>
            <a:endParaRPr/>
          </a:p>
        </p:txBody>
      </p:sp>
      <p:sp>
        <p:nvSpPr>
          <p:cNvPr id="30" name="Google Shape;30;p48"/>
          <p:cNvSpPr txBox="1">
            <a:spLocks noGrp="1"/>
          </p:cNvSpPr>
          <p:nvPr>
            <p:ph type="body" idx="2"/>
          </p:nvPr>
        </p:nvSpPr>
        <p:spPr>
          <a:xfrm>
            <a:off x="6443200" y="1536633"/>
            <a:ext cx="5333200" cy="4555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marL="457200" lvl="0" indent="-3175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marL="914400" lvl="1" indent="-30480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1200"/>
              <a:buChar char="○"/>
              <a:defRPr sz="1200"/>
            </a:lvl2pPr>
            <a:lvl3pPr marL="1371600" lvl="2" indent="-30480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1200"/>
              <a:buChar char="■"/>
              <a:defRPr sz="1200"/>
            </a:lvl3pPr>
            <a:lvl4pPr marL="1828800" lvl="3" indent="-30480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1200"/>
              <a:buChar char="●"/>
              <a:defRPr sz="1200"/>
            </a:lvl4pPr>
            <a:lvl5pPr marL="2286000" lvl="4" indent="-30480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1200"/>
              <a:buChar char="○"/>
              <a:defRPr sz="1200"/>
            </a:lvl5pPr>
            <a:lvl6pPr marL="2743200" lvl="5" indent="-30480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1200"/>
              <a:buChar char="■"/>
              <a:defRPr sz="1200"/>
            </a:lvl6pPr>
            <a:lvl7pPr marL="3200400" lvl="6" indent="-30480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1200"/>
              <a:buChar char="●"/>
              <a:defRPr sz="1200"/>
            </a:lvl7pPr>
            <a:lvl8pPr marL="3657600" lvl="7" indent="-30480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1200"/>
              <a:buChar char="○"/>
              <a:defRPr sz="1200"/>
            </a:lvl8pPr>
            <a:lvl9pPr marL="4114800" lvl="8" indent="-304800" algn="l">
              <a:lnSpc>
                <a:spcPct val="115000"/>
              </a:lnSpc>
              <a:spcBef>
                <a:spcPts val="1600"/>
              </a:spcBef>
              <a:spcAft>
                <a:spcPts val="1600"/>
              </a:spcAft>
              <a:buSzPts val="1200"/>
              <a:buChar char="■"/>
              <a:defRPr sz="1200"/>
            </a:lvl9pPr>
          </a:lstStyle>
          <a:p>
            <a:endParaRPr/>
          </a:p>
        </p:txBody>
      </p:sp>
      <p:sp>
        <p:nvSpPr>
          <p:cNvPr id="31" name="Google Shape;31;p48"/>
          <p:cNvSpPr txBox="1">
            <a:spLocks noGrp="1"/>
          </p:cNvSpPr>
          <p:nvPr>
            <p:ph type="sldNum" idx="12"/>
          </p:nvPr>
        </p:nvSpPr>
        <p:spPr>
          <a:xfrm>
            <a:off x="11296611" y="6217622"/>
            <a:ext cx="731600" cy="524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only" type="titleOnly">
  <p:cSld name="TITLE_ONLY">
    <p:spTree>
      <p:nvGrpSpPr>
        <p:cNvPr id="1" name="Shape 3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" name="Google Shape;33;p49"/>
          <p:cNvSpPr txBox="1">
            <a:spLocks noGrp="1"/>
          </p:cNvSpPr>
          <p:nvPr>
            <p:ph type="title"/>
          </p:nvPr>
        </p:nvSpPr>
        <p:spPr>
          <a:xfrm>
            <a:off x="415600" y="593367"/>
            <a:ext cx="11360800" cy="763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>
            <a:endParaRPr/>
          </a:p>
        </p:txBody>
      </p:sp>
      <p:sp>
        <p:nvSpPr>
          <p:cNvPr id="34" name="Google Shape;34;p49"/>
          <p:cNvSpPr txBox="1">
            <a:spLocks noGrp="1"/>
          </p:cNvSpPr>
          <p:nvPr>
            <p:ph type="sldNum" idx="12"/>
          </p:nvPr>
        </p:nvSpPr>
        <p:spPr>
          <a:xfrm>
            <a:off x="11296611" y="6217622"/>
            <a:ext cx="731600" cy="524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One column text">
  <p:cSld name="One column text">
    <p:spTree>
      <p:nvGrpSpPr>
        <p:cNvPr id="1" name="Shape 3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" name="Google Shape;36;p50"/>
          <p:cNvSpPr txBox="1">
            <a:spLocks noGrp="1"/>
          </p:cNvSpPr>
          <p:nvPr>
            <p:ph type="title"/>
          </p:nvPr>
        </p:nvSpPr>
        <p:spPr>
          <a:xfrm>
            <a:off x="415600" y="740800"/>
            <a:ext cx="3744000" cy="1007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b" anchorCtr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9pPr>
          </a:lstStyle>
          <a:p>
            <a:endParaRPr/>
          </a:p>
        </p:txBody>
      </p:sp>
      <p:sp>
        <p:nvSpPr>
          <p:cNvPr id="37" name="Google Shape;37;p50"/>
          <p:cNvSpPr txBox="1">
            <a:spLocks noGrp="1"/>
          </p:cNvSpPr>
          <p:nvPr>
            <p:ph type="body" idx="1"/>
          </p:nvPr>
        </p:nvSpPr>
        <p:spPr>
          <a:xfrm>
            <a:off x="415600" y="1852800"/>
            <a:ext cx="3744000" cy="4239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marL="457200" lvl="0" indent="-30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1pPr>
            <a:lvl2pPr marL="914400" lvl="1" indent="-30480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1200"/>
              <a:buChar char="○"/>
              <a:defRPr sz="1200"/>
            </a:lvl2pPr>
            <a:lvl3pPr marL="1371600" lvl="2" indent="-30480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1200"/>
              <a:buChar char="■"/>
              <a:defRPr sz="1200"/>
            </a:lvl3pPr>
            <a:lvl4pPr marL="1828800" lvl="3" indent="-30480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1200"/>
              <a:buChar char="●"/>
              <a:defRPr sz="1200"/>
            </a:lvl4pPr>
            <a:lvl5pPr marL="2286000" lvl="4" indent="-30480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1200"/>
              <a:buChar char="○"/>
              <a:defRPr sz="1200"/>
            </a:lvl5pPr>
            <a:lvl6pPr marL="2743200" lvl="5" indent="-30480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1200"/>
              <a:buChar char="■"/>
              <a:defRPr sz="1200"/>
            </a:lvl6pPr>
            <a:lvl7pPr marL="3200400" lvl="6" indent="-30480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1200"/>
              <a:buChar char="●"/>
              <a:defRPr sz="1200"/>
            </a:lvl7pPr>
            <a:lvl8pPr marL="3657600" lvl="7" indent="-30480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1200"/>
              <a:buChar char="○"/>
              <a:defRPr sz="1200"/>
            </a:lvl8pPr>
            <a:lvl9pPr marL="4114800" lvl="8" indent="-304800" algn="l">
              <a:lnSpc>
                <a:spcPct val="115000"/>
              </a:lnSpc>
              <a:spcBef>
                <a:spcPts val="1600"/>
              </a:spcBef>
              <a:spcAft>
                <a:spcPts val="1600"/>
              </a:spcAft>
              <a:buSzPts val="1200"/>
              <a:buChar char="■"/>
              <a:defRPr sz="1200"/>
            </a:lvl9pPr>
          </a:lstStyle>
          <a:p>
            <a:endParaRPr/>
          </a:p>
        </p:txBody>
      </p:sp>
      <p:sp>
        <p:nvSpPr>
          <p:cNvPr id="38" name="Google Shape;38;p50"/>
          <p:cNvSpPr txBox="1">
            <a:spLocks noGrp="1"/>
          </p:cNvSpPr>
          <p:nvPr>
            <p:ph type="sldNum" idx="12"/>
          </p:nvPr>
        </p:nvSpPr>
        <p:spPr>
          <a:xfrm>
            <a:off x="11296611" y="6217622"/>
            <a:ext cx="731600" cy="524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Main point">
  <p:cSld name="Main point">
    <p:spTree>
      <p:nvGrpSpPr>
        <p:cNvPr id="1" name="Shape 3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" name="Google Shape;40;p51"/>
          <p:cNvSpPr txBox="1">
            <a:spLocks noGrp="1"/>
          </p:cNvSpPr>
          <p:nvPr>
            <p:ph type="title"/>
          </p:nvPr>
        </p:nvSpPr>
        <p:spPr>
          <a:xfrm>
            <a:off x="653667" y="600200"/>
            <a:ext cx="8490400" cy="5454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9pPr>
          </a:lstStyle>
          <a:p>
            <a:endParaRPr/>
          </a:p>
        </p:txBody>
      </p:sp>
      <p:sp>
        <p:nvSpPr>
          <p:cNvPr id="41" name="Google Shape;41;p51"/>
          <p:cNvSpPr txBox="1">
            <a:spLocks noGrp="1"/>
          </p:cNvSpPr>
          <p:nvPr>
            <p:ph type="sldNum" idx="12"/>
          </p:nvPr>
        </p:nvSpPr>
        <p:spPr>
          <a:xfrm>
            <a:off x="11296611" y="6217622"/>
            <a:ext cx="731600" cy="524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Section title and description">
  <p:cSld name="Section title and description">
    <p:spTree>
      <p:nvGrpSpPr>
        <p:cNvPr id="1" name="Shape 4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3" name="Google Shape;43;p52"/>
          <p:cNvSpPr/>
          <p:nvPr/>
        </p:nvSpPr>
        <p:spPr>
          <a:xfrm>
            <a:off x="6096000" y="-167"/>
            <a:ext cx="6096000" cy="6858000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None/>
            </a:pPr>
            <a:endParaRPr sz="1800" b="0" i="0" u="none" strike="noStrike" cap="non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4" name="Google Shape;44;p52"/>
          <p:cNvSpPr txBox="1">
            <a:spLocks noGrp="1"/>
          </p:cNvSpPr>
          <p:nvPr>
            <p:ph type="title"/>
          </p:nvPr>
        </p:nvSpPr>
        <p:spPr>
          <a:xfrm>
            <a:off x="354000" y="1644233"/>
            <a:ext cx="5393600" cy="1976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b" anchorCtr="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9pPr>
          </a:lstStyle>
          <a:p>
            <a:endParaRPr/>
          </a:p>
        </p:txBody>
      </p:sp>
      <p:sp>
        <p:nvSpPr>
          <p:cNvPr id="45" name="Google Shape;45;p52"/>
          <p:cNvSpPr txBox="1">
            <a:spLocks noGrp="1"/>
          </p:cNvSpPr>
          <p:nvPr>
            <p:ph type="subTitle" idx="1"/>
          </p:nvPr>
        </p:nvSpPr>
        <p:spPr>
          <a:xfrm>
            <a:off x="354000" y="3737433"/>
            <a:ext cx="5393600" cy="1646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9pPr>
          </a:lstStyle>
          <a:p>
            <a:endParaRPr/>
          </a:p>
        </p:txBody>
      </p:sp>
      <p:sp>
        <p:nvSpPr>
          <p:cNvPr id="46" name="Google Shape;46;p52"/>
          <p:cNvSpPr txBox="1">
            <a:spLocks noGrp="1"/>
          </p:cNvSpPr>
          <p:nvPr>
            <p:ph type="body" idx="2"/>
          </p:nvPr>
        </p:nvSpPr>
        <p:spPr>
          <a:xfrm>
            <a:off x="6586000" y="965433"/>
            <a:ext cx="5116000" cy="4926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>
            <a:lvl1pPr marL="457200" lvl="0" indent="-3429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marL="914400" lvl="1" indent="-31750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1400"/>
              <a:buChar char="○"/>
              <a:defRPr/>
            </a:lvl2pPr>
            <a:lvl3pPr marL="1371600" lvl="2" indent="-31750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1400"/>
              <a:buChar char="■"/>
              <a:defRPr/>
            </a:lvl3pPr>
            <a:lvl4pPr marL="1828800" lvl="3" indent="-31750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1400"/>
              <a:buChar char="●"/>
              <a:defRPr/>
            </a:lvl4pPr>
            <a:lvl5pPr marL="2286000" lvl="4" indent="-31750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1400"/>
              <a:buChar char="○"/>
              <a:defRPr/>
            </a:lvl5pPr>
            <a:lvl6pPr marL="2743200" lvl="5" indent="-31750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1400"/>
              <a:buChar char="■"/>
              <a:defRPr/>
            </a:lvl6pPr>
            <a:lvl7pPr marL="3200400" lvl="6" indent="-31750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1400"/>
              <a:buChar char="●"/>
              <a:defRPr/>
            </a:lvl7pPr>
            <a:lvl8pPr marL="3657600" lvl="7" indent="-31750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1400"/>
              <a:buChar char="○"/>
              <a:defRPr/>
            </a:lvl8pPr>
            <a:lvl9pPr marL="4114800" lvl="8" indent="-317500" algn="l">
              <a:lnSpc>
                <a:spcPct val="115000"/>
              </a:lnSpc>
              <a:spcBef>
                <a:spcPts val="1600"/>
              </a:spcBef>
              <a:spcAft>
                <a:spcPts val="1600"/>
              </a:spcAft>
              <a:buSzPts val="1400"/>
              <a:buChar char="■"/>
              <a:defRPr/>
            </a:lvl9pPr>
          </a:lstStyle>
          <a:p>
            <a:endParaRPr/>
          </a:p>
        </p:txBody>
      </p:sp>
      <p:sp>
        <p:nvSpPr>
          <p:cNvPr id="47" name="Google Shape;47;p52"/>
          <p:cNvSpPr txBox="1">
            <a:spLocks noGrp="1"/>
          </p:cNvSpPr>
          <p:nvPr>
            <p:ph type="sldNum" idx="12"/>
          </p:nvPr>
        </p:nvSpPr>
        <p:spPr>
          <a:xfrm>
            <a:off x="11296611" y="6217622"/>
            <a:ext cx="731600" cy="524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Caption">
  <p:cSld name="Caption">
    <p:spTree>
      <p:nvGrpSpPr>
        <p:cNvPr id="1" name="Shape 4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9" name="Google Shape;49;p53"/>
          <p:cNvSpPr txBox="1">
            <a:spLocks noGrp="1"/>
          </p:cNvSpPr>
          <p:nvPr>
            <p:ph type="body" idx="1"/>
          </p:nvPr>
        </p:nvSpPr>
        <p:spPr>
          <a:xfrm>
            <a:off x="415600" y="5640767"/>
            <a:ext cx="7998400" cy="806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>
            <a:lvl1pPr marL="457200" lvl="0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/>
            </a:lvl1pPr>
            <a:lvl2pPr marL="914400" lvl="1" indent="-31750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1400"/>
              <a:buChar char="○"/>
              <a:defRPr/>
            </a:lvl2pPr>
            <a:lvl3pPr marL="1371600" lvl="2" indent="-31750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1400"/>
              <a:buChar char="■"/>
              <a:defRPr/>
            </a:lvl3pPr>
            <a:lvl4pPr marL="1828800" lvl="3" indent="-31750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1400"/>
              <a:buChar char="●"/>
              <a:defRPr/>
            </a:lvl4pPr>
            <a:lvl5pPr marL="2286000" lvl="4" indent="-31750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1400"/>
              <a:buChar char="○"/>
              <a:defRPr/>
            </a:lvl5pPr>
            <a:lvl6pPr marL="2743200" lvl="5" indent="-31750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1400"/>
              <a:buChar char="■"/>
              <a:defRPr/>
            </a:lvl6pPr>
            <a:lvl7pPr marL="3200400" lvl="6" indent="-31750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1400"/>
              <a:buChar char="●"/>
              <a:defRPr/>
            </a:lvl7pPr>
            <a:lvl8pPr marL="3657600" lvl="7" indent="-31750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1400"/>
              <a:buChar char="○"/>
              <a:defRPr/>
            </a:lvl8pPr>
            <a:lvl9pPr marL="4114800" lvl="8" indent="-317500" algn="l">
              <a:lnSpc>
                <a:spcPct val="115000"/>
              </a:lnSpc>
              <a:spcBef>
                <a:spcPts val="1600"/>
              </a:spcBef>
              <a:spcAft>
                <a:spcPts val="1600"/>
              </a:spcAft>
              <a:buSzPts val="1400"/>
              <a:buChar char="■"/>
              <a:defRPr/>
            </a:lvl9pPr>
          </a:lstStyle>
          <a:p>
            <a:endParaRPr/>
          </a:p>
        </p:txBody>
      </p:sp>
      <p:sp>
        <p:nvSpPr>
          <p:cNvPr id="50" name="Google Shape;50;p53"/>
          <p:cNvSpPr txBox="1">
            <a:spLocks noGrp="1"/>
          </p:cNvSpPr>
          <p:nvPr>
            <p:ph type="sldNum" idx="12"/>
          </p:nvPr>
        </p:nvSpPr>
        <p:spPr>
          <a:xfrm>
            <a:off x="11296611" y="6217622"/>
            <a:ext cx="731600" cy="524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ig number">
  <p:cSld name="Big number">
    <p:spTree>
      <p:nvGrpSpPr>
        <p:cNvPr id="1" name="Shape 5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2" name="Google Shape;52;p54"/>
          <p:cNvSpPr txBox="1">
            <a:spLocks noGrp="1"/>
          </p:cNvSpPr>
          <p:nvPr>
            <p:ph type="title"/>
          </p:nvPr>
        </p:nvSpPr>
        <p:spPr>
          <a:xfrm>
            <a:off x="415600" y="1474833"/>
            <a:ext cx="11360800" cy="2618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b" anchorCtr="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9pPr>
          </a:lstStyle>
          <a:p>
            <a:endParaRPr/>
          </a:p>
        </p:txBody>
      </p:sp>
      <p:sp>
        <p:nvSpPr>
          <p:cNvPr id="53" name="Google Shape;53;p54"/>
          <p:cNvSpPr txBox="1">
            <a:spLocks noGrp="1"/>
          </p:cNvSpPr>
          <p:nvPr>
            <p:ph type="body" idx="1"/>
          </p:nvPr>
        </p:nvSpPr>
        <p:spPr>
          <a:xfrm>
            <a:off x="415600" y="4202967"/>
            <a:ext cx="11360800" cy="1734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marL="457200" lvl="0" indent="-34290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marL="914400" lvl="1" indent="-317500" algn="ctr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1400"/>
              <a:buChar char="○"/>
              <a:defRPr/>
            </a:lvl2pPr>
            <a:lvl3pPr marL="1371600" lvl="2" indent="-317500" algn="ctr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1400"/>
              <a:buChar char="■"/>
              <a:defRPr/>
            </a:lvl3pPr>
            <a:lvl4pPr marL="1828800" lvl="3" indent="-317500" algn="ctr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1400"/>
              <a:buChar char="●"/>
              <a:defRPr/>
            </a:lvl4pPr>
            <a:lvl5pPr marL="2286000" lvl="4" indent="-317500" algn="ctr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1400"/>
              <a:buChar char="○"/>
              <a:defRPr/>
            </a:lvl5pPr>
            <a:lvl6pPr marL="2743200" lvl="5" indent="-317500" algn="ctr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1400"/>
              <a:buChar char="■"/>
              <a:defRPr/>
            </a:lvl6pPr>
            <a:lvl7pPr marL="3200400" lvl="6" indent="-317500" algn="ctr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1400"/>
              <a:buChar char="●"/>
              <a:defRPr/>
            </a:lvl7pPr>
            <a:lvl8pPr marL="3657600" lvl="7" indent="-317500" algn="ctr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1400"/>
              <a:buChar char="○"/>
              <a:defRPr/>
            </a:lvl8pPr>
            <a:lvl9pPr marL="4114800" lvl="8" indent="-317500" algn="ctr">
              <a:lnSpc>
                <a:spcPct val="115000"/>
              </a:lnSpc>
              <a:spcBef>
                <a:spcPts val="1600"/>
              </a:spcBef>
              <a:spcAft>
                <a:spcPts val="1600"/>
              </a:spcAft>
              <a:buSzPts val="1400"/>
              <a:buChar char="■"/>
              <a:defRPr/>
            </a:lvl9pPr>
          </a:lstStyle>
          <a:p>
            <a:endParaRPr/>
          </a:p>
        </p:txBody>
      </p:sp>
      <p:sp>
        <p:nvSpPr>
          <p:cNvPr id="54" name="Google Shape;54;p54"/>
          <p:cNvSpPr txBox="1">
            <a:spLocks noGrp="1"/>
          </p:cNvSpPr>
          <p:nvPr>
            <p:ph type="sldNum" idx="12"/>
          </p:nvPr>
        </p:nvSpPr>
        <p:spPr>
          <a:xfrm>
            <a:off x="11296611" y="6217622"/>
            <a:ext cx="731600" cy="524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22: Title, text — one column, default">
  <p:cSld name="22: Title, text — one column, default">
    <p:spTree>
      <p:nvGrpSpPr>
        <p:cNvPr id="1" name="Shape 1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4" name="Google Shape;114;p36"/>
          <p:cNvSpPr txBox="1">
            <a:spLocks noGrp="1"/>
          </p:cNvSpPr>
          <p:nvPr>
            <p:ph type="body" idx="1"/>
          </p:nvPr>
        </p:nvSpPr>
        <p:spPr>
          <a:xfrm>
            <a:off x="573167" y="1179000"/>
            <a:ext cx="11052400" cy="5257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>
            <a:lvl1pPr marL="609585" marR="0" lvl="0" indent="-304792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  <a:defRPr sz="21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1219170" marR="0" lvl="1" indent="-304792" algn="l" rtl="0">
              <a:lnSpc>
                <a:spcPct val="115000"/>
              </a:lnSpc>
              <a:spcBef>
                <a:spcPts val="533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6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1828754" marR="0" lvl="2" indent="-304792" algn="l" rtl="0">
              <a:lnSpc>
                <a:spcPct val="115000"/>
              </a:lnSpc>
              <a:spcBef>
                <a:spcPts val="533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6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2438339" marR="0" lvl="3" indent="-304792" algn="l" rtl="0">
              <a:lnSpc>
                <a:spcPct val="115000"/>
              </a:lnSpc>
              <a:spcBef>
                <a:spcPts val="533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  <a:defRPr sz="1067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3047924" marR="0" lvl="4" indent="-304792" algn="l" rtl="0">
              <a:lnSpc>
                <a:spcPct val="115000"/>
              </a:lnSpc>
              <a:spcBef>
                <a:spcPts val="533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  <a:defRPr sz="1067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3657509" marR="0" lvl="5" indent="-304792" algn="l" rtl="0">
              <a:lnSpc>
                <a:spcPct val="115000"/>
              </a:lnSpc>
              <a:spcBef>
                <a:spcPts val="533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  <a:defRPr sz="1067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4267093" marR="0" lvl="6" indent="-304792" algn="l" rtl="0">
              <a:lnSpc>
                <a:spcPct val="115000"/>
              </a:lnSpc>
              <a:spcBef>
                <a:spcPts val="533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  <a:defRPr sz="1067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4876678" marR="0" lvl="7" indent="-304792" algn="l" rtl="0">
              <a:lnSpc>
                <a:spcPct val="115000"/>
              </a:lnSpc>
              <a:spcBef>
                <a:spcPts val="533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  <a:defRPr sz="1067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5486263" marR="0" lvl="8" indent="-304792" algn="l" rtl="0">
              <a:lnSpc>
                <a:spcPct val="115000"/>
              </a:lnSpc>
              <a:spcBef>
                <a:spcPts val="533"/>
              </a:spcBef>
              <a:spcAft>
                <a:spcPts val="533"/>
              </a:spcAft>
              <a:buClr>
                <a:srgbClr val="000000"/>
              </a:buClr>
              <a:buSzPts val="800"/>
              <a:buFont typeface="Arial"/>
              <a:buNone/>
              <a:defRPr sz="1067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  <p:sp>
        <p:nvSpPr>
          <p:cNvPr id="115" name="Google Shape;115;p36"/>
          <p:cNvSpPr txBox="1">
            <a:spLocks noGrp="1"/>
          </p:cNvSpPr>
          <p:nvPr>
            <p:ph type="title"/>
          </p:nvPr>
        </p:nvSpPr>
        <p:spPr>
          <a:xfrm>
            <a:off x="566567" y="421200"/>
            <a:ext cx="11059200" cy="757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>
            <a:lvl1pPr marR="0" lvl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Arial"/>
              <a:buNone/>
              <a:defRPr sz="4267" b="1" i="0" u="none" strike="noStrike" cap="none">
                <a:solidFill>
                  <a:schemeClr val="dk1"/>
                </a:solidFill>
                <a:highlight>
                  <a:schemeClr val="accent1"/>
                </a:highlight>
                <a:latin typeface="Arial"/>
                <a:ea typeface="Arial"/>
                <a:cs typeface="Arial"/>
                <a:sym typeface="Arial"/>
              </a:defRPr>
            </a:lvl1pPr>
            <a:lvl2pPr lvl="1" algn="l" rtl="0">
              <a:lnSpc>
                <a:spcPct val="100000"/>
              </a:lnSpc>
              <a:spcBef>
                <a:spcPts val="1067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None/>
              <a:defRPr sz="3733" b="1">
                <a:solidFill>
                  <a:schemeClr val="dk1"/>
                </a:solidFill>
              </a:defRPr>
            </a:lvl2pPr>
            <a:lvl3pPr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None/>
              <a:defRPr sz="3733" b="1">
                <a:solidFill>
                  <a:schemeClr val="dk1"/>
                </a:solidFill>
              </a:defRPr>
            </a:lvl3pPr>
            <a:lvl4pPr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None/>
              <a:defRPr sz="3733" b="1">
                <a:solidFill>
                  <a:schemeClr val="dk1"/>
                </a:solidFill>
              </a:defRPr>
            </a:lvl4pPr>
            <a:lvl5pPr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None/>
              <a:defRPr sz="3733" b="1">
                <a:solidFill>
                  <a:schemeClr val="dk1"/>
                </a:solidFill>
              </a:defRPr>
            </a:lvl5pPr>
            <a:lvl6pPr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None/>
              <a:defRPr sz="3733" b="1">
                <a:solidFill>
                  <a:schemeClr val="dk1"/>
                </a:solidFill>
              </a:defRPr>
            </a:lvl6pPr>
            <a:lvl7pPr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None/>
              <a:defRPr sz="3733" b="1">
                <a:solidFill>
                  <a:schemeClr val="dk1"/>
                </a:solidFill>
              </a:defRPr>
            </a:lvl7pPr>
            <a:lvl8pPr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None/>
              <a:defRPr sz="3733" b="1">
                <a:solidFill>
                  <a:schemeClr val="dk1"/>
                </a:solidFill>
              </a:defRPr>
            </a:lvl8pPr>
            <a:lvl9pPr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None/>
              <a:defRPr sz="3733" b="1">
                <a:solidFill>
                  <a:schemeClr val="dk1"/>
                </a:solidFill>
              </a:defRPr>
            </a:lvl9pPr>
          </a:lstStyle>
          <a:p>
            <a:endParaRPr/>
          </a:p>
        </p:txBody>
      </p:sp>
    </p:spTree>
    <p:extLst>
      <p:ext uri="{BB962C8B-B14F-4D97-AF65-F5344CB8AC3E}">
        <p14:creationId xmlns:p14="http://schemas.microsoft.com/office/powerpoint/2010/main" val="869799055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theme" Target="../theme/theme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lt1"/>
        </a:solidFill>
        <a:effectLst/>
      </p:bgPr>
    </p:bg>
    <p:spTree>
      <p:nvGrpSpPr>
        <p:cNvPr id="1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Google Shape;10;p28"/>
          <p:cNvSpPr txBox="1">
            <a:spLocks noGrp="1"/>
          </p:cNvSpPr>
          <p:nvPr>
            <p:ph type="title"/>
          </p:nvPr>
        </p:nvSpPr>
        <p:spPr>
          <a:xfrm>
            <a:off x="415600" y="593367"/>
            <a:ext cx="11360800" cy="763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sz="2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sz="2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sz="2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sz="2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sz="2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sz="2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sz="2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sz="2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sz="2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  <p:sp>
        <p:nvSpPr>
          <p:cNvPr id="11" name="Google Shape;11;p28"/>
          <p:cNvSpPr txBox="1">
            <a:spLocks noGrp="1"/>
          </p:cNvSpPr>
          <p:nvPr>
            <p:ph type="body" idx="1"/>
          </p:nvPr>
        </p:nvSpPr>
        <p:spPr>
          <a:xfrm>
            <a:off x="415600" y="1536633"/>
            <a:ext cx="11360800" cy="4555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marL="457200" marR="0" lvl="0" indent="-3429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Font typeface="Arial"/>
              <a:buChar char="●"/>
              <a:defRPr sz="18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914400" marR="0" lvl="1" indent="-317500" algn="l" rtl="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Arial"/>
              <a:buChar char="○"/>
              <a:defRPr sz="14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1371600" marR="0" lvl="2" indent="-317500" algn="l" rtl="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Arial"/>
              <a:buChar char="■"/>
              <a:defRPr sz="14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1828800" marR="0" lvl="3" indent="-317500" algn="l" rtl="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Arial"/>
              <a:buChar char="●"/>
              <a:defRPr sz="14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2286000" marR="0" lvl="4" indent="-317500" algn="l" rtl="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Arial"/>
              <a:buChar char="○"/>
              <a:defRPr sz="14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2743200" marR="0" lvl="5" indent="-317500" algn="l" rtl="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Arial"/>
              <a:buChar char="■"/>
              <a:defRPr sz="14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3200400" marR="0" lvl="6" indent="-317500" algn="l" rtl="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Arial"/>
              <a:buChar char="●"/>
              <a:defRPr sz="14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3657600" marR="0" lvl="7" indent="-317500" algn="l" rtl="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Arial"/>
              <a:buChar char="○"/>
              <a:defRPr sz="14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4114800" marR="0" lvl="8" indent="-317500" algn="l" rtl="0">
              <a:lnSpc>
                <a:spcPct val="115000"/>
              </a:lnSpc>
              <a:spcBef>
                <a:spcPts val="1600"/>
              </a:spcBef>
              <a:spcAft>
                <a:spcPts val="1600"/>
              </a:spcAft>
              <a:buClr>
                <a:schemeClr val="dk2"/>
              </a:buClr>
              <a:buSzPts val="1400"/>
              <a:buFont typeface="Arial"/>
              <a:buChar char="■"/>
              <a:defRPr sz="14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  <p:sp>
        <p:nvSpPr>
          <p:cNvPr id="12" name="Google Shape;12;p28"/>
          <p:cNvSpPr txBox="1">
            <a:spLocks noGrp="1"/>
          </p:cNvSpPr>
          <p:nvPr>
            <p:ph type="sldNum" idx="12"/>
          </p:nvPr>
        </p:nvSpPr>
        <p:spPr>
          <a:xfrm>
            <a:off x="11296611" y="6217622"/>
            <a:ext cx="731600" cy="524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>
            <a:lvl1pPr marL="0" marR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0" marR="0" lvl="1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0" marR="0" lvl="2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0" marR="0" lvl="3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0" marR="0" lvl="4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0" marR="0" lvl="5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0" marR="0" lvl="6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0" marR="0" lvl="7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0" marR="0" lvl="8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3" r:id="rId3"/>
    <p:sldLayoutId id="2147483654" r:id="rId4"/>
    <p:sldLayoutId id="2147483655" r:id="rId5"/>
    <p:sldLayoutId id="2147483656" r:id="rId6"/>
    <p:sldLayoutId id="2147483657" r:id="rId7"/>
    <p:sldLayoutId id="2147483658" r:id="rId8"/>
    <p:sldLayoutId id="2147483659" r:id="rId9"/>
    <p:sldLayoutId id="2147483667" r:id="rId10"/>
  </p:sldLayoutIdLst>
  <p:hf hdr="0" ftr="0" dt="0"/>
  <p:txStyles>
    <p:title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JPG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JPG"/><Relationship Id="rId1" Type="http://schemas.openxmlformats.org/officeDocument/2006/relationships/slideLayout" Target="../slideLayouts/slideLayout2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0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6.png"/><Relationship Id="rId4" Type="http://schemas.openxmlformats.org/officeDocument/2006/relationships/image" Target="../media/image5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0327C34-5279-B466-C846-A3B78208EF7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C981598-BCF1-4601-FEB9-D6E2FE0D6E8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16857" y="1616741"/>
            <a:ext cx="10972800" cy="1143000"/>
          </a:xfrm>
        </p:spPr>
        <p:txBody>
          <a:bodyPr>
            <a:normAutofit fontScale="90000"/>
          </a:bodyPr>
          <a:lstStyle/>
          <a:p>
            <a:pPr algn="ctr"/>
            <a:r>
              <a:rPr lang="en-US" dirty="0"/>
              <a:t>Sustainable Management and Development for the Okavango Delta: Uplifting Angola, Uplifting the Delta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3B400249-43F0-D8FA-DD1F-D8C380EAD142}"/>
              </a:ext>
            </a:extLst>
          </p:cNvPr>
          <p:cNvSpPr>
            <a:spLocks noGrp="1"/>
          </p:cNvSpPr>
          <p:nvPr>
            <p:ph type="sldNum" idx="12"/>
          </p:nvPr>
        </p:nvSpPr>
        <p:spPr/>
        <p:txBody>
          <a:bodyPr/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 smtClean="0"/>
              <a:t>1</a:t>
            </a:fld>
            <a:endParaRPr lang="en-US"/>
          </a:p>
        </p:txBody>
      </p:sp>
      <p:sp>
        <p:nvSpPr>
          <p:cNvPr id="5" name="Title 1">
            <a:extLst>
              <a:ext uri="{FF2B5EF4-FFF2-40B4-BE49-F238E27FC236}">
                <a16:creationId xmlns:a16="http://schemas.microsoft.com/office/drawing/2014/main" id="{86F2032D-271A-B254-CBCF-DFBD79510B74}"/>
              </a:ext>
            </a:extLst>
          </p:cNvPr>
          <p:cNvSpPr txBox="1">
            <a:spLocks/>
          </p:cNvSpPr>
          <p:nvPr/>
        </p:nvSpPr>
        <p:spPr>
          <a:xfrm>
            <a:off x="314633" y="3843747"/>
            <a:ext cx="10972800" cy="1143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A71930"/>
              </a:buClr>
              <a:buSzPts val="4000"/>
              <a:buFont typeface="Arial Narrow"/>
              <a:buNone/>
              <a:defRPr sz="4000" b="1" i="0" u="none" strike="noStrike" cap="none">
                <a:solidFill>
                  <a:srgbClr val="A71930"/>
                </a:solidFill>
                <a:latin typeface="Arial Narrow"/>
                <a:ea typeface="Arial Narrow"/>
                <a:cs typeface="Arial Narrow"/>
                <a:sym typeface="Arial Narrow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algn="ctr"/>
            <a:r>
              <a:rPr lang="en-US" sz="2400" dirty="0"/>
              <a:t>Country Represented: Angola</a:t>
            </a:r>
          </a:p>
          <a:p>
            <a:pPr algn="ctr"/>
            <a:r>
              <a:rPr lang="en-US" sz="2400" dirty="0"/>
              <a:t>Amber Gray ASU, Bethany Peacock ASU, </a:t>
            </a:r>
            <a:r>
              <a:rPr lang="en-US" sz="2400" dirty="0" err="1"/>
              <a:t>Tshephang</a:t>
            </a:r>
            <a:r>
              <a:rPr lang="en-US" sz="2400" dirty="0"/>
              <a:t> ORI, </a:t>
            </a:r>
          </a:p>
          <a:p>
            <a:pPr algn="ctr"/>
            <a:r>
              <a:rPr lang="en-US" sz="2400" dirty="0"/>
              <a:t>Clover McDougall ASU, Ebony Fisher UNSW, and Sarah Bassett UNSW</a:t>
            </a:r>
          </a:p>
          <a:p>
            <a:pPr algn="ctr"/>
            <a:r>
              <a:rPr lang="en-US" sz="2400" dirty="0"/>
              <a:t>Date July 6</a:t>
            </a:r>
            <a:r>
              <a:rPr lang="en-US" sz="2400" baseline="30000" dirty="0"/>
              <a:t>th</a:t>
            </a:r>
            <a:r>
              <a:rPr lang="en-US" sz="2400" dirty="0"/>
              <a:t> 2025</a:t>
            </a:r>
          </a:p>
        </p:txBody>
      </p:sp>
    </p:spTree>
    <p:extLst>
      <p:ext uri="{BB962C8B-B14F-4D97-AF65-F5344CB8AC3E}">
        <p14:creationId xmlns:p14="http://schemas.microsoft.com/office/powerpoint/2010/main" val="3243842065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9D1CC2E-0793-24E9-0A15-9D4FA978F37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" name="Picture 5" descr="A river flowing through a field&#10;&#10;AI-generated content may be incorrect.">
            <a:extLst>
              <a:ext uri="{FF2B5EF4-FFF2-40B4-BE49-F238E27FC236}">
                <a16:creationId xmlns:a16="http://schemas.microsoft.com/office/drawing/2014/main" id="{6A7501B9-DFAF-94AE-4073-5F7663A332C3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t="22083" b="-1"/>
          <a:stretch/>
        </p:blipFill>
        <p:spPr>
          <a:xfrm>
            <a:off x="0" y="0"/>
            <a:ext cx="12192000" cy="6333134"/>
          </a:xfrm>
          <a:prstGeom prst="rect">
            <a:avLst/>
          </a:prstGeom>
        </p:spPr>
      </p:pic>
      <p:sp>
        <p:nvSpPr>
          <p:cNvPr id="2" name="Title 1">
            <a:extLst>
              <a:ext uri="{FF2B5EF4-FFF2-40B4-BE49-F238E27FC236}">
                <a16:creationId xmlns:a16="http://schemas.microsoft.com/office/drawing/2014/main" id="{97DD597A-996A-F9F1-5000-899030A8ED0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09600" y="1616741"/>
            <a:ext cx="10972800" cy="1143000"/>
          </a:xfrm>
          <a:solidFill>
            <a:schemeClr val="bg1"/>
          </a:solidFill>
        </p:spPr>
        <p:txBody>
          <a:bodyPr/>
          <a:lstStyle/>
          <a:p>
            <a:pPr algn="ctr"/>
            <a:r>
              <a:rPr lang="en-US" dirty="0"/>
              <a:t>Introduction to the Okavango Delta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75181640-4708-7E47-622E-2B02831DCC70}"/>
              </a:ext>
            </a:extLst>
          </p:cNvPr>
          <p:cNvSpPr>
            <a:spLocks noGrp="1"/>
          </p:cNvSpPr>
          <p:nvPr>
            <p:ph type="sldNum" idx="12"/>
          </p:nvPr>
        </p:nvSpPr>
        <p:spPr/>
        <p:txBody>
          <a:bodyPr/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 smtClean="0"/>
              <a:t>2</a:t>
            </a:fld>
            <a:endParaRPr lang="en-US"/>
          </a:p>
        </p:txBody>
      </p:sp>
      <p:sp>
        <p:nvSpPr>
          <p:cNvPr id="5" name="Title 1">
            <a:extLst>
              <a:ext uri="{FF2B5EF4-FFF2-40B4-BE49-F238E27FC236}">
                <a16:creationId xmlns:a16="http://schemas.microsoft.com/office/drawing/2014/main" id="{C6E4C2C8-CECB-9A67-8E6B-98E2E76774D1}"/>
              </a:ext>
            </a:extLst>
          </p:cNvPr>
          <p:cNvSpPr txBox="1">
            <a:spLocks/>
          </p:cNvSpPr>
          <p:nvPr/>
        </p:nvSpPr>
        <p:spPr>
          <a:xfrm>
            <a:off x="314633" y="3843747"/>
            <a:ext cx="10972800" cy="1143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A71930"/>
              </a:buClr>
              <a:buSzPts val="4000"/>
              <a:buFont typeface="Arial Narrow"/>
              <a:buNone/>
              <a:defRPr sz="4000" b="1" i="0" u="none" strike="noStrike" cap="none">
                <a:solidFill>
                  <a:srgbClr val="A71930"/>
                </a:solidFill>
                <a:latin typeface="Arial Narrow"/>
                <a:ea typeface="Arial Narrow"/>
                <a:cs typeface="Arial Narrow"/>
                <a:sym typeface="Arial Narrow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algn="ctr"/>
            <a:endParaRPr lang="en-US" sz="2400" dirty="0"/>
          </a:p>
        </p:txBody>
      </p:sp>
    </p:spTree>
    <p:extLst>
      <p:ext uri="{BB962C8B-B14F-4D97-AF65-F5344CB8AC3E}">
        <p14:creationId xmlns:p14="http://schemas.microsoft.com/office/powerpoint/2010/main" val="333599256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93E2C43-9754-E1FA-7DF8-9DF4D8C79E2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Introduction to the Okavango Delta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3D27325A-235E-26F0-A868-DB156D0134E3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Endorheic system (does not drain to the ocean)</a:t>
            </a:r>
          </a:p>
          <a:p>
            <a:r>
              <a:rPr lang="en-US" dirty="0"/>
              <a:t>Most water comes from Angola</a:t>
            </a:r>
          </a:p>
          <a:p>
            <a:pPr lvl="1"/>
            <a:r>
              <a:rPr lang="en-US" dirty="0" err="1"/>
              <a:t>Cubango</a:t>
            </a:r>
            <a:r>
              <a:rPr lang="en-US" dirty="0"/>
              <a:t> and </a:t>
            </a:r>
            <a:r>
              <a:rPr lang="en-US" dirty="0" err="1"/>
              <a:t>Cuito</a:t>
            </a:r>
            <a:r>
              <a:rPr lang="en-US" dirty="0"/>
              <a:t> rivers </a:t>
            </a:r>
          </a:p>
          <a:p>
            <a:r>
              <a:rPr lang="en-US" dirty="0"/>
              <a:t>Home to some of the most endangered animals</a:t>
            </a:r>
          </a:p>
          <a:p>
            <a:pPr lvl="1"/>
            <a:r>
              <a:rPr lang="en-US" dirty="0"/>
              <a:t>Mammals: elephants </a:t>
            </a:r>
          </a:p>
          <a:p>
            <a:pPr lvl="1"/>
            <a:r>
              <a:rPr lang="en-US" dirty="0"/>
              <a:t>Birds: Wattled crane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4F256ED2-6469-51A2-F8A9-5819204E2B10}"/>
              </a:ext>
            </a:extLst>
          </p:cNvPr>
          <p:cNvSpPr>
            <a:spLocks noGrp="1"/>
          </p:cNvSpPr>
          <p:nvPr>
            <p:ph type="sldNum" idx="12"/>
          </p:nvPr>
        </p:nvSpPr>
        <p:spPr/>
        <p:txBody>
          <a:bodyPr/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 smtClean="0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07270701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ECC5910-A214-544D-1065-D9E6E93F258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D804D0C-F726-893C-2B1D-93A3FD3D118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			Country Context: Angola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9232C315-3A64-1915-E8B5-5118181EC739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6400800" y="1600201"/>
            <a:ext cx="5181600" cy="2570017"/>
          </a:xfrm>
        </p:spPr>
        <p:txBody>
          <a:bodyPr/>
          <a:lstStyle/>
          <a:p>
            <a:pPr algn="ctr"/>
            <a:r>
              <a:rPr lang="en-US" sz="28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History:</a:t>
            </a:r>
          </a:p>
          <a:p>
            <a:pPr algn="ctr"/>
            <a:r>
              <a:rPr lang="en-US" sz="28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Portugal explorers arrived in Angola in 1482</a:t>
            </a:r>
          </a:p>
          <a:p>
            <a:pPr algn="ctr"/>
            <a:r>
              <a:rPr lang="en-US" sz="28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Revolutionary struggle from 1961-1974</a:t>
            </a:r>
          </a:p>
          <a:p>
            <a:pPr algn="ctr"/>
            <a:r>
              <a:rPr lang="en-US" sz="28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Gained independence November 11, 1975</a:t>
            </a:r>
          </a:p>
          <a:p>
            <a:pPr algn="ctr"/>
            <a:r>
              <a:rPr lang="en-US" sz="28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Civil war until 2002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A5014DD1-C649-2E31-912D-7FAEC6FA779A}"/>
              </a:ext>
            </a:extLst>
          </p:cNvPr>
          <p:cNvSpPr>
            <a:spLocks noGrp="1"/>
          </p:cNvSpPr>
          <p:nvPr>
            <p:ph type="sldNum" idx="12"/>
          </p:nvPr>
        </p:nvSpPr>
        <p:spPr/>
        <p:txBody>
          <a:bodyPr/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 smtClean="0"/>
              <a:t>4</a:t>
            </a:fld>
            <a:endParaRPr lang="en-US"/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B3A50744-BCDF-EAB2-7ECD-B305D8DA3D64}"/>
              </a:ext>
            </a:extLst>
          </p:cNvPr>
          <p:cNvSpPr txBox="1"/>
          <p:nvPr/>
        </p:nvSpPr>
        <p:spPr>
          <a:xfrm>
            <a:off x="278780" y="1513869"/>
            <a:ext cx="5653669" cy="489364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sz="2400" dirty="0"/>
              <a:t>Climate: tropical/sub tropical with wet and dry seasons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sz="2400" dirty="0"/>
              <a:t>Geography: arid coastal, interior wet highland, interior savannah, northern rain forest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sz="2400" dirty="0"/>
              <a:t>Population: 16 million (2008)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sz="2400" dirty="0"/>
              <a:t>Capital: Luanda, pop. 8.3 million (2020)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sz="2400" dirty="0"/>
              <a:t>Government: Republic 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sz="2400" dirty="0"/>
              <a:t>Exports: crude oil, diamonds, refined petroleum products, coffee (2007)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sz="2400" dirty="0"/>
              <a:t>Imports: machinery, vehicles, medicine (2007)</a:t>
            </a:r>
            <a:endParaRPr lang="en-AU" sz="2400" dirty="0"/>
          </a:p>
        </p:txBody>
      </p:sp>
    </p:spTree>
    <p:extLst>
      <p:ext uri="{BB962C8B-B14F-4D97-AF65-F5344CB8AC3E}">
        <p14:creationId xmlns:p14="http://schemas.microsoft.com/office/powerpoint/2010/main" val="3716032615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3017BE1-0884-D47E-DDDD-A9E3BA6F134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501E0E2-1D24-BCBA-989D-1594F7BFB0A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09600" y="1616741"/>
            <a:ext cx="10972800" cy="1143000"/>
          </a:xfrm>
        </p:spPr>
        <p:txBody>
          <a:bodyPr/>
          <a:lstStyle/>
          <a:p>
            <a:pPr algn="ctr"/>
            <a:r>
              <a:rPr lang="en-US" dirty="0"/>
              <a:t>Sustainable Management and Development for the Okavango Delta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732A9145-211F-F11B-9D05-185AE988E955}"/>
              </a:ext>
            </a:extLst>
          </p:cNvPr>
          <p:cNvSpPr>
            <a:spLocks noGrp="1"/>
          </p:cNvSpPr>
          <p:nvPr>
            <p:ph type="sldNum" idx="12"/>
          </p:nvPr>
        </p:nvSpPr>
        <p:spPr/>
        <p:txBody>
          <a:bodyPr/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 smtClean="0"/>
              <a:t>5</a:t>
            </a:fld>
            <a:endParaRPr lang="en-US"/>
          </a:p>
        </p:txBody>
      </p:sp>
      <p:sp>
        <p:nvSpPr>
          <p:cNvPr id="5" name="Title 1">
            <a:extLst>
              <a:ext uri="{FF2B5EF4-FFF2-40B4-BE49-F238E27FC236}">
                <a16:creationId xmlns:a16="http://schemas.microsoft.com/office/drawing/2014/main" id="{B7D7AEEE-1EE1-EE81-F3E9-080DE01796FF}"/>
              </a:ext>
            </a:extLst>
          </p:cNvPr>
          <p:cNvSpPr txBox="1">
            <a:spLocks/>
          </p:cNvSpPr>
          <p:nvPr/>
        </p:nvSpPr>
        <p:spPr>
          <a:xfrm>
            <a:off x="925551" y="3843747"/>
            <a:ext cx="10361882" cy="1143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A71930"/>
              </a:buClr>
              <a:buSzPts val="4000"/>
              <a:buFont typeface="Arial Narrow"/>
              <a:buNone/>
              <a:defRPr sz="4000" b="1" i="0" u="none" strike="noStrike" cap="none">
                <a:solidFill>
                  <a:srgbClr val="A71930"/>
                </a:solidFill>
                <a:latin typeface="Arial Narrow"/>
                <a:ea typeface="Arial Narrow"/>
                <a:cs typeface="Arial Narrow"/>
                <a:sym typeface="Arial Narrow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algn="ctr"/>
            <a:r>
              <a:rPr lang="en-US" sz="2400" dirty="0"/>
              <a:t>Uplifting Angola, Uplifting the Delta: Aligning the development needs of Angola with the ecological management of the Okavango by 2050 for people and planet</a:t>
            </a:r>
          </a:p>
        </p:txBody>
      </p:sp>
    </p:spTree>
    <p:extLst>
      <p:ext uri="{BB962C8B-B14F-4D97-AF65-F5344CB8AC3E}">
        <p14:creationId xmlns:p14="http://schemas.microsoft.com/office/powerpoint/2010/main" val="1408312011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7E5D124-8727-DC9F-79EB-891CCF831C3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Proposed Sustainable Development Strategy 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F4350CA0-2E44-2152-417E-85A84E718389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Equitable Reinvestment of Tourism Revenue into Angola</a:t>
            </a:r>
          </a:p>
          <a:p>
            <a:r>
              <a:rPr lang="en-US" dirty="0"/>
              <a:t>Sustainable Energy and Water Resources for All People of Angola</a:t>
            </a:r>
          </a:p>
          <a:p>
            <a:r>
              <a:rPr lang="en-US" dirty="0"/>
              <a:t>Support For Climate Smart Agriculture in Angola</a:t>
            </a:r>
          </a:p>
          <a:p>
            <a:r>
              <a:rPr lang="en-US" dirty="0"/>
              <a:t>Timeline 2025-2050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DAC60A2C-CCAD-42AC-E30E-B29C146D5AE3}"/>
              </a:ext>
            </a:extLst>
          </p:cNvPr>
          <p:cNvSpPr>
            <a:spLocks noGrp="1"/>
          </p:cNvSpPr>
          <p:nvPr>
            <p:ph type="sldNum" idx="12"/>
          </p:nvPr>
        </p:nvSpPr>
        <p:spPr/>
        <p:txBody>
          <a:bodyPr/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 smtClean="0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62662590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FB65279-EBA3-4E91-C870-23C18CC4065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EAB692E-E456-D243-AAFF-DC10737E88A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09600" y="185430"/>
            <a:ext cx="10972800" cy="1143000"/>
          </a:xfrm>
        </p:spPr>
        <p:txBody>
          <a:bodyPr/>
          <a:lstStyle/>
          <a:p>
            <a:r>
              <a:rPr lang="en-US" dirty="0"/>
              <a:t>Ecological Impacts and Conservation Opportunities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53BAEBEF-DB97-124D-93E0-F46DE2FD5789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609600" y="1215483"/>
            <a:ext cx="10972800" cy="4910681"/>
          </a:xfrm>
        </p:spPr>
        <p:txBody>
          <a:bodyPr/>
          <a:lstStyle/>
          <a:p>
            <a:r>
              <a:rPr lang="en-US" dirty="0"/>
              <a:t>Biodiversity conservation</a:t>
            </a:r>
          </a:p>
          <a:p>
            <a:pPr lvl="1"/>
            <a:r>
              <a:rPr lang="en-US" sz="2400" dirty="0"/>
              <a:t>sustainable watershed</a:t>
            </a:r>
          </a:p>
          <a:p>
            <a:pPr lvl="1"/>
            <a:r>
              <a:rPr lang="en-US" sz="2400" dirty="0"/>
              <a:t>Reforestation program</a:t>
            </a:r>
          </a:p>
          <a:p>
            <a:pPr lvl="2"/>
            <a:r>
              <a:rPr lang="en-US" sz="2000" dirty="0"/>
              <a:t>Available forage resources</a:t>
            </a:r>
          </a:p>
          <a:p>
            <a:pPr lvl="2"/>
            <a:r>
              <a:rPr lang="en-US" sz="2000" dirty="0"/>
              <a:t>Improved habitat available</a:t>
            </a:r>
          </a:p>
          <a:p>
            <a:pPr lvl="2"/>
            <a:r>
              <a:rPr lang="en-US" sz="2000" dirty="0"/>
              <a:t>Increased biodiversity</a:t>
            </a:r>
          </a:p>
          <a:p>
            <a:pPr lvl="1"/>
            <a:r>
              <a:rPr lang="en-US" sz="2400" dirty="0"/>
              <a:t>Establishing climate resilient infrastructure</a:t>
            </a:r>
          </a:p>
          <a:p>
            <a:r>
              <a:rPr lang="en-US" sz="2800" dirty="0"/>
              <a:t>Monitoring methods</a:t>
            </a:r>
          </a:p>
          <a:p>
            <a:pPr lvl="1"/>
            <a:r>
              <a:rPr lang="en-US" sz="2400" dirty="0"/>
              <a:t>Training local communities</a:t>
            </a:r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0ADA25E8-3C2B-0799-0E26-879D29F75F83}"/>
              </a:ext>
            </a:extLst>
          </p:cNvPr>
          <p:cNvSpPr>
            <a:spLocks noGrp="1"/>
          </p:cNvSpPr>
          <p:nvPr>
            <p:ph type="sldNum" idx="12"/>
          </p:nvPr>
        </p:nvSpPr>
        <p:spPr/>
        <p:txBody>
          <a:bodyPr/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 smtClean="0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874088516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0CDD98B-A93A-0E10-2BA7-3582945031E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98735A6-A688-3C0E-8BF9-DFF7EDA6AC4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Socioeconomic Impacts Assessment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0FB95266-CE5E-DA38-C038-A5C6F38A9B69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Eco-tourism</a:t>
            </a:r>
          </a:p>
          <a:p>
            <a:pPr lvl="1"/>
            <a:r>
              <a:rPr lang="en-US" dirty="0"/>
              <a:t>Job creation</a:t>
            </a:r>
          </a:p>
          <a:p>
            <a:pPr lvl="1"/>
            <a:r>
              <a:rPr lang="en-US" dirty="0"/>
              <a:t>Economic diversification</a:t>
            </a:r>
          </a:p>
          <a:p>
            <a:r>
              <a:rPr lang="en-US" dirty="0"/>
              <a:t>Joint-infrastructure development</a:t>
            </a:r>
          </a:p>
          <a:p>
            <a:r>
              <a:rPr lang="en-US" dirty="0"/>
              <a:t>Climate financing</a:t>
            </a:r>
          </a:p>
          <a:p>
            <a:pPr lvl="1"/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3510DC87-7B4D-37E4-9E5D-83F04D969478}"/>
              </a:ext>
            </a:extLst>
          </p:cNvPr>
          <p:cNvSpPr>
            <a:spLocks noGrp="1"/>
          </p:cNvSpPr>
          <p:nvPr>
            <p:ph type="sldNum" idx="12"/>
          </p:nvPr>
        </p:nvSpPr>
        <p:spPr/>
        <p:txBody>
          <a:bodyPr/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 smtClean="0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312878588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E0258AF-4B55-215D-C77D-AFBD58F076E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4D4DF59-426C-CBBD-1094-01B24986167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Stakeholder Identification &amp; Analysis (governance)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84885814-656A-60EF-F755-3F6350059A99}"/>
              </a:ext>
            </a:extLst>
          </p:cNvPr>
          <p:cNvSpPr>
            <a:spLocks noGrp="1"/>
          </p:cNvSpPr>
          <p:nvPr>
            <p:ph type="sldNum" idx="12"/>
          </p:nvPr>
        </p:nvSpPr>
        <p:spPr/>
        <p:txBody>
          <a:bodyPr/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 smtClean="0"/>
              <a:t>9</a:t>
            </a:fld>
            <a:endParaRPr lang="en-US"/>
          </a:p>
        </p:txBody>
      </p:sp>
      <p:graphicFrame>
        <p:nvGraphicFramePr>
          <p:cNvPr id="5" name="Table 4">
            <a:extLst>
              <a:ext uri="{FF2B5EF4-FFF2-40B4-BE49-F238E27FC236}">
                <a16:creationId xmlns:a16="http://schemas.microsoft.com/office/drawing/2014/main" id="{B0E2CEA2-2EC6-E5B1-9999-787127EB7A79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620151722"/>
              </p:ext>
            </p:extLst>
          </p:nvPr>
        </p:nvGraphicFramePr>
        <p:xfrm>
          <a:off x="609599" y="1417637"/>
          <a:ext cx="10799444" cy="4546167"/>
        </p:xfrm>
        <a:graphic>
          <a:graphicData uri="http://schemas.openxmlformats.org/drawingml/2006/table">
            <a:tbl>
              <a:tblPr firstRow="1" bandRow="1">
                <a:tableStyleId>{25446779-5D92-47FC-BF80-B632EA48CC94}</a:tableStyleId>
              </a:tblPr>
              <a:tblGrid>
                <a:gridCol w="2699861">
                  <a:extLst>
                    <a:ext uri="{9D8B030D-6E8A-4147-A177-3AD203B41FA5}">
                      <a16:colId xmlns:a16="http://schemas.microsoft.com/office/drawing/2014/main" val="1279563741"/>
                    </a:ext>
                  </a:extLst>
                </a:gridCol>
                <a:gridCol w="3479267">
                  <a:extLst>
                    <a:ext uri="{9D8B030D-6E8A-4147-A177-3AD203B41FA5}">
                      <a16:colId xmlns:a16="http://schemas.microsoft.com/office/drawing/2014/main" val="761866167"/>
                    </a:ext>
                  </a:extLst>
                </a:gridCol>
                <a:gridCol w="1920455">
                  <a:extLst>
                    <a:ext uri="{9D8B030D-6E8A-4147-A177-3AD203B41FA5}">
                      <a16:colId xmlns:a16="http://schemas.microsoft.com/office/drawing/2014/main" val="3043907810"/>
                    </a:ext>
                  </a:extLst>
                </a:gridCol>
                <a:gridCol w="2699861">
                  <a:extLst>
                    <a:ext uri="{9D8B030D-6E8A-4147-A177-3AD203B41FA5}">
                      <a16:colId xmlns:a16="http://schemas.microsoft.com/office/drawing/2014/main" val="285602297"/>
                    </a:ext>
                  </a:extLst>
                </a:gridCol>
              </a:tblGrid>
              <a:tr h="532188">
                <a:tc>
                  <a:txBody>
                    <a:bodyPr/>
                    <a:lstStyle/>
                    <a:p>
                      <a:r>
                        <a:rPr lang="en-US" sz="2800" b="1" dirty="0"/>
                        <a:t>Stakeholder</a:t>
                      </a:r>
                      <a:endParaRPr lang="en-AU" sz="2800" b="1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Tx/>
                        <a:buFont typeface="Arial"/>
                        <a:buNone/>
                        <a:tabLst/>
                        <a:defRPr/>
                      </a:pPr>
                      <a:r>
                        <a:rPr lang="en-US" sz="2800" b="1" dirty="0"/>
                        <a:t>Interest</a:t>
                      </a:r>
                      <a:endParaRPr lang="en-AU" sz="2800" b="1" dirty="0"/>
                    </a:p>
                    <a:p>
                      <a:endParaRPr lang="en-AU" sz="2800" b="1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2800" b="1" dirty="0"/>
                        <a:t>Influence</a:t>
                      </a:r>
                      <a:endParaRPr lang="en-AU" sz="2800" b="1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2800" b="1" dirty="0"/>
                        <a:t>Engagement</a:t>
                      </a:r>
                      <a:endParaRPr lang="en-AU" sz="2800" b="1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446811258"/>
                  </a:ext>
                </a:extLst>
              </a:tr>
              <a:tr h="858087">
                <a:tc>
                  <a:txBody>
                    <a:bodyPr/>
                    <a:lstStyle/>
                    <a:p>
                      <a:r>
                        <a:rPr lang="en-US" sz="2400" dirty="0"/>
                        <a:t>Angolan Government</a:t>
                      </a:r>
                      <a:endParaRPr lang="en-AU" sz="24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2400" dirty="0"/>
                        <a:t>Angolan citizen wellbeing, economic growth, growing resources</a:t>
                      </a:r>
                      <a:endParaRPr lang="en-AU" sz="24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2400" dirty="0"/>
                        <a:t>High</a:t>
                      </a:r>
                      <a:endParaRPr lang="en-AU" sz="24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2400" dirty="0" err="1"/>
                        <a:t>Prioritise</a:t>
                      </a:r>
                      <a:r>
                        <a:rPr lang="en-US" sz="2400" dirty="0"/>
                        <a:t> development and economic growth over sustainability</a:t>
                      </a:r>
                      <a:endParaRPr lang="en-AU" sz="2400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848341168"/>
                  </a:ext>
                </a:extLst>
              </a:tr>
              <a:tr h="858087">
                <a:tc>
                  <a:txBody>
                    <a:bodyPr/>
                    <a:lstStyle/>
                    <a:p>
                      <a:r>
                        <a:rPr lang="en-US" sz="2400" dirty="0"/>
                        <a:t>Botswana and Namibia </a:t>
                      </a:r>
                      <a:r>
                        <a:rPr lang="en-US" sz="2400" dirty="0" err="1"/>
                        <a:t>govs</a:t>
                      </a:r>
                      <a:endParaRPr lang="en-AU" sz="24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2400" dirty="0"/>
                        <a:t>Maintaining water flows downstream</a:t>
                      </a:r>
                      <a:endParaRPr lang="en-AU" sz="24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2400" dirty="0"/>
                        <a:t>Low</a:t>
                      </a:r>
                      <a:endParaRPr lang="en-AU" sz="24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2400" dirty="0"/>
                        <a:t>Maintain strong relationships</a:t>
                      </a:r>
                      <a:endParaRPr lang="en-AU" sz="2400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709545217"/>
                  </a:ext>
                </a:extLst>
              </a:tr>
              <a:tr h="858087">
                <a:tc>
                  <a:txBody>
                    <a:bodyPr/>
                    <a:lstStyle/>
                    <a:p>
                      <a:r>
                        <a:rPr lang="en-US" sz="2400" dirty="0"/>
                        <a:t>OKACOM</a:t>
                      </a:r>
                      <a:endParaRPr lang="en-AU" sz="24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2400" dirty="0"/>
                        <a:t>Partner cooperation, Delta ecosystem health</a:t>
                      </a:r>
                      <a:endParaRPr lang="en-AU" sz="24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2400" dirty="0"/>
                        <a:t>Low</a:t>
                      </a:r>
                      <a:endParaRPr lang="en-AU" sz="24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2400" dirty="0"/>
                        <a:t>Holistic coordination body for Delta</a:t>
                      </a:r>
                      <a:endParaRPr lang="en-AU" sz="2400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734257855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1585184472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423FD9D-EB98-4ADF-3719-74392115977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4E18FAB-A6C3-7131-C2C0-2351956E1FA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Stakeholder Identification &amp; Analysis (economic)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FC6E7516-5605-765E-9F6C-368E84F6E542}"/>
              </a:ext>
            </a:extLst>
          </p:cNvPr>
          <p:cNvSpPr>
            <a:spLocks noGrp="1"/>
          </p:cNvSpPr>
          <p:nvPr>
            <p:ph type="sldNum" idx="12"/>
          </p:nvPr>
        </p:nvSpPr>
        <p:spPr/>
        <p:txBody>
          <a:bodyPr/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 smtClean="0"/>
              <a:t>10</a:t>
            </a:fld>
            <a:endParaRPr lang="en-US"/>
          </a:p>
        </p:txBody>
      </p:sp>
      <p:graphicFrame>
        <p:nvGraphicFramePr>
          <p:cNvPr id="5" name="Table 4">
            <a:extLst>
              <a:ext uri="{FF2B5EF4-FFF2-40B4-BE49-F238E27FC236}">
                <a16:creationId xmlns:a16="http://schemas.microsoft.com/office/drawing/2014/main" id="{C3A5C1D6-FC61-36C5-24F1-65318DF43CE9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801136422"/>
              </p:ext>
            </p:extLst>
          </p:nvPr>
        </p:nvGraphicFramePr>
        <p:xfrm>
          <a:off x="609599" y="1417637"/>
          <a:ext cx="10799444" cy="4546167"/>
        </p:xfrm>
        <a:graphic>
          <a:graphicData uri="http://schemas.openxmlformats.org/drawingml/2006/table">
            <a:tbl>
              <a:tblPr firstRow="1" bandRow="1">
                <a:tableStyleId>{25446779-5D92-47FC-BF80-B632EA48CC94}</a:tableStyleId>
              </a:tblPr>
              <a:tblGrid>
                <a:gridCol w="2699861">
                  <a:extLst>
                    <a:ext uri="{9D8B030D-6E8A-4147-A177-3AD203B41FA5}">
                      <a16:colId xmlns:a16="http://schemas.microsoft.com/office/drawing/2014/main" val="1279563741"/>
                    </a:ext>
                  </a:extLst>
                </a:gridCol>
                <a:gridCol w="3479267">
                  <a:extLst>
                    <a:ext uri="{9D8B030D-6E8A-4147-A177-3AD203B41FA5}">
                      <a16:colId xmlns:a16="http://schemas.microsoft.com/office/drawing/2014/main" val="761866167"/>
                    </a:ext>
                  </a:extLst>
                </a:gridCol>
                <a:gridCol w="1920455">
                  <a:extLst>
                    <a:ext uri="{9D8B030D-6E8A-4147-A177-3AD203B41FA5}">
                      <a16:colId xmlns:a16="http://schemas.microsoft.com/office/drawing/2014/main" val="3043907810"/>
                    </a:ext>
                  </a:extLst>
                </a:gridCol>
                <a:gridCol w="2699861">
                  <a:extLst>
                    <a:ext uri="{9D8B030D-6E8A-4147-A177-3AD203B41FA5}">
                      <a16:colId xmlns:a16="http://schemas.microsoft.com/office/drawing/2014/main" val="285602297"/>
                    </a:ext>
                  </a:extLst>
                </a:gridCol>
              </a:tblGrid>
              <a:tr h="532188">
                <a:tc>
                  <a:txBody>
                    <a:bodyPr/>
                    <a:lstStyle/>
                    <a:p>
                      <a:r>
                        <a:rPr lang="en-US" sz="2800" b="1" dirty="0"/>
                        <a:t>Stakeholder</a:t>
                      </a:r>
                      <a:endParaRPr lang="en-AU" sz="2800" b="1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Tx/>
                        <a:buFont typeface="Arial"/>
                        <a:buNone/>
                        <a:tabLst/>
                        <a:defRPr/>
                      </a:pPr>
                      <a:r>
                        <a:rPr lang="en-US" sz="2800" b="1" dirty="0"/>
                        <a:t>Interest</a:t>
                      </a:r>
                      <a:endParaRPr lang="en-AU" sz="2800" b="1" dirty="0"/>
                    </a:p>
                    <a:p>
                      <a:endParaRPr lang="en-AU" sz="2800" b="1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2800" b="1" dirty="0"/>
                        <a:t>Influence</a:t>
                      </a:r>
                      <a:endParaRPr lang="en-AU" sz="2800" b="1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2800" b="1" dirty="0"/>
                        <a:t>Engagement</a:t>
                      </a:r>
                      <a:endParaRPr lang="en-AU" sz="2800" b="1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446811258"/>
                  </a:ext>
                </a:extLst>
              </a:tr>
              <a:tr h="858087">
                <a:tc>
                  <a:txBody>
                    <a:bodyPr/>
                    <a:lstStyle/>
                    <a:p>
                      <a:r>
                        <a:rPr lang="en-US" sz="2400" dirty="0"/>
                        <a:t>Tourism operators</a:t>
                      </a:r>
                      <a:endParaRPr lang="en-AU" sz="24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2400" dirty="0"/>
                        <a:t>Botswana and Namibia tourism</a:t>
                      </a:r>
                      <a:endParaRPr lang="en-AU" sz="24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2400" dirty="0"/>
                        <a:t>Medium </a:t>
                      </a:r>
                      <a:endParaRPr lang="en-AU" sz="24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2400" dirty="0" err="1"/>
                        <a:t>Incentivise</a:t>
                      </a:r>
                      <a:r>
                        <a:rPr lang="en-US" sz="2400" dirty="0"/>
                        <a:t> water flow maintenance </a:t>
                      </a:r>
                      <a:endParaRPr lang="en-AU" sz="2400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848341168"/>
                  </a:ext>
                </a:extLst>
              </a:tr>
              <a:tr h="858087">
                <a:tc>
                  <a:txBody>
                    <a:bodyPr/>
                    <a:lstStyle/>
                    <a:p>
                      <a:r>
                        <a:rPr lang="en-US" sz="2400" dirty="0"/>
                        <a:t>Private sector (mining, oil, agriculture, hydroelectricity)</a:t>
                      </a:r>
                      <a:endParaRPr lang="en-AU" sz="24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2400" dirty="0"/>
                        <a:t>Accessing and managing natural resources for economic benefit</a:t>
                      </a:r>
                      <a:endParaRPr lang="en-AU" sz="24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2400" dirty="0"/>
                        <a:t>High</a:t>
                      </a:r>
                      <a:endParaRPr lang="en-AU" sz="24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2400" dirty="0"/>
                        <a:t>Receive incentives to operate sustainably</a:t>
                      </a:r>
                      <a:endParaRPr lang="en-AU" sz="2400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734257855"/>
                  </a:ext>
                </a:extLst>
              </a:tr>
              <a:tr h="858087">
                <a:tc>
                  <a:txBody>
                    <a:bodyPr/>
                    <a:lstStyle/>
                    <a:p>
                      <a:r>
                        <a:rPr lang="en-US" sz="2400" dirty="0"/>
                        <a:t>International aid investment</a:t>
                      </a:r>
                      <a:endParaRPr lang="en-AU" sz="24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2400" dirty="0"/>
                        <a:t>Funding for conservation &amp; sustainable dev</a:t>
                      </a:r>
                      <a:endParaRPr lang="en-AU" sz="24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2400" dirty="0"/>
                        <a:t>High </a:t>
                      </a:r>
                      <a:endParaRPr lang="en-AU" sz="24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2400" dirty="0"/>
                        <a:t>Fund projects that benefit Angola </a:t>
                      </a:r>
                      <a:endParaRPr lang="en-AU" sz="2400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78983525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1181400318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D8F7DCE-6977-310F-4552-7A76BABFDE8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30165A8-FAB8-AC29-F62C-BCDB42F032D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Stakeholder Identification &amp; Analysis (social)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AA442B5B-B7F9-7D3E-D9B4-908CC8FADD78}"/>
              </a:ext>
            </a:extLst>
          </p:cNvPr>
          <p:cNvSpPr>
            <a:spLocks noGrp="1"/>
          </p:cNvSpPr>
          <p:nvPr>
            <p:ph type="sldNum" idx="12"/>
          </p:nvPr>
        </p:nvSpPr>
        <p:spPr/>
        <p:txBody>
          <a:bodyPr/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 smtClean="0"/>
              <a:t>11</a:t>
            </a:fld>
            <a:endParaRPr lang="en-US"/>
          </a:p>
        </p:txBody>
      </p:sp>
      <p:graphicFrame>
        <p:nvGraphicFramePr>
          <p:cNvPr id="5" name="Table 4">
            <a:extLst>
              <a:ext uri="{FF2B5EF4-FFF2-40B4-BE49-F238E27FC236}">
                <a16:creationId xmlns:a16="http://schemas.microsoft.com/office/drawing/2014/main" id="{F56F82B6-5FF4-D580-98C5-33B4D23FC606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716590776"/>
              </p:ext>
            </p:extLst>
          </p:nvPr>
        </p:nvGraphicFramePr>
        <p:xfrm>
          <a:off x="609599" y="1417637"/>
          <a:ext cx="10799444" cy="4672734"/>
        </p:xfrm>
        <a:graphic>
          <a:graphicData uri="http://schemas.openxmlformats.org/drawingml/2006/table">
            <a:tbl>
              <a:tblPr firstRow="1" bandRow="1">
                <a:tableStyleId>{25446779-5D92-47FC-BF80-B632EA48CC94}</a:tableStyleId>
              </a:tblPr>
              <a:tblGrid>
                <a:gridCol w="2424546">
                  <a:extLst>
                    <a:ext uri="{9D8B030D-6E8A-4147-A177-3AD203B41FA5}">
                      <a16:colId xmlns:a16="http://schemas.microsoft.com/office/drawing/2014/main" val="1279563741"/>
                    </a:ext>
                  </a:extLst>
                </a:gridCol>
                <a:gridCol w="3255819">
                  <a:extLst>
                    <a:ext uri="{9D8B030D-6E8A-4147-A177-3AD203B41FA5}">
                      <a16:colId xmlns:a16="http://schemas.microsoft.com/office/drawing/2014/main" val="761866167"/>
                    </a:ext>
                  </a:extLst>
                </a:gridCol>
                <a:gridCol w="1759527">
                  <a:extLst>
                    <a:ext uri="{9D8B030D-6E8A-4147-A177-3AD203B41FA5}">
                      <a16:colId xmlns:a16="http://schemas.microsoft.com/office/drawing/2014/main" val="3043907810"/>
                    </a:ext>
                  </a:extLst>
                </a:gridCol>
                <a:gridCol w="3359552">
                  <a:extLst>
                    <a:ext uri="{9D8B030D-6E8A-4147-A177-3AD203B41FA5}">
                      <a16:colId xmlns:a16="http://schemas.microsoft.com/office/drawing/2014/main" val="285602297"/>
                    </a:ext>
                  </a:extLst>
                </a:gridCol>
              </a:tblGrid>
              <a:tr h="532188">
                <a:tc>
                  <a:txBody>
                    <a:bodyPr/>
                    <a:lstStyle/>
                    <a:p>
                      <a:r>
                        <a:rPr lang="en-US" sz="2800" b="1" dirty="0"/>
                        <a:t>Stakeholder</a:t>
                      </a:r>
                      <a:endParaRPr lang="en-AU" sz="2800" b="1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Tx/>
                        <a:buFont typeface="Arial"/>
                        <a:buNone/>
                        <a:tabLst/>
                        <a:defRPr/>
                      </a:pPr>
                      <a:r>
                        <a:rPr lang="en-US" sz="2800" b="1" dirty="0"/>
                        <a:t>Interest</a:t>
                      </a:r>
                      <a:endParaRPr lang="en-AU" sz="2800" b="1" dirty="0"/>
                    </a:p>
                    <a:p>
                      <a:endParaRPr lang="en-AU" sz="2800" b="1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2800" b="1" dirty="0"/>
                        <a:t>Influence</a:t>
                      </a:r>
                      <a:endParaRPr lang="en-AU" sz="2800" b="1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2800" b="1" dirty="0"/>
                        <a:t>Engagement</a:t>
                      </a:r>
                      <a:endParaRPr lang="en-AU" sz="2800" b="1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446811258"/>
                  </a:ext>
                </a:extLst>
              </a:tr>
              <a:tr h="858087">
                <a:tc>
                  <a:txBody>
                    <a:bodyPr/>
                    <a:lstStyle/>
                    <a:p>
                      <a:r>
                        <a:rPr lang="en-US" sz="2000" dirty="0"/>
                        <a:t>Angolan communities</a:t>
                      </a:r>
                      <a:endParaRPr lang="en-AU" sz="20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2000" dirty="0"/>
                        <a:t>Bear direct impacts of decisions</a:t>
                      </a:r>
                      <a:endParaRPr lang="en-AU" sz="20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2000" dirty="0"/>
                        <a:t>Low</a:t>
                      </a:r>
                      <a:endParaRPr lang="en-AU" sz="20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2000" dirty="0"/>
                        <a:t>Engage directly and bolster views for equality</a:t>
                      </a:r>
                      <a:endParaRPr lang="en-AU" sz="2000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848341168"/>
                  </a:ext>
                </a:extLst>
              </a:tr>
              <a:tr h="858087">
                <a:tc>
                  <a:txBody>
                    <a:bodyPr/>
                    <a:lstStyle/>
                    <a:p>
                      <a:r>
                        <a:rPr lang="en-US" sz="2000" dirty="0" err="1"/>
                        <a:t>Neighbouring</a:t>
                      </a:r>
                      <a:r>
                        <a:rPr lang="en-US" sz="2000" dirty="0"/>
                        <a:t> Delta communities </a:t>
                      </a:r>
                      <a:endParaRPr lang="en-AU" sz="20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Tx/>
                        <a:buFont typeface="Arial"/>
                        <a:buNone/>
                        <a:tabLst/>
                        <a:defRPr/>
                      </a:pPr>
                      <a:r>
                        <a:rPr lang="en-US" sz="2000" dirty="0"/>
                        <a:t>Bear direct impacts of decisions</a:t>
                      </a:r>
                      <a:endParaRPr lang="en-AU" sz="2000" dirty="0"/>
                    </a:p>
                    <a:p>
                      <a:endParaRPr lang="en-AU" sz="20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2000" dirty="0"/>
                        <a:t>Low</a:t>
                      </a:r>
                      <a:endParaRPr lang="en-AU" sz="20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Tx/>
                        <a:buFont typeface="Arial"/>
                        <a:buNone/>
                        <a:tabLst/>
                        <a:defRPr/>
                      </a:pPr>
                      <a:r>
                        <a:rPr lang="en-US" sz="2000" dirty="0"/>
                        <a:t>Engage directly and bolster views for equality</a:t>
                      </a:r>
                      <a:endParaRPr lang="en-AU" sz="2000" dirty="0"/>
                    </a:p>
                    <a:p>
                      <a:endParaRPr lang="en-AU" sz="2000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734257855"/>
                  </a:ext>
                </a:extLst>
              </a:tr>
              <a:tr h="858087">
                <a:tc>
                  <a:txBody>
                    <a:bodyPr/>
                    <a:lstStyle/>
                    <a:p>
                      <a:r>
                        <a:rPr lang="en-US" sz="2000" dirty="0"/>
                        <a:t>Academia </a:t>
                      </a:r>
                      <a:endParaRPr lang="en-AU" sz="20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2000" dirty="0"/>
                        <a:t>M&amp;E, scientific discovery, generating impact</a:t>
                      </a:r>
                      <a:endParaRPr lang="en-AU" sz="20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2000" dirty="0"/>
                        <a:t>Medium </a:t>
                      </a:r>
                      <a:endParaRPr lang="en-AU" sz="20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2000" dirty="0"/>
                        <a:t>Partnerships and collaborations, equity-focus</a:t>
                      </a:r>
                      <a:endParaRPr lang="en-AU" sz="2000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797153354"/>
                  </a:ext>
                </a:extLst>
              </a:tr>
              <a:tr h="858087">
                <a:tc>
                  <a:txBody>
                    <a:bodyPr/>
                    <a:lstStyle/>
                    <a:p>
                      <a:r>
                        <a:rPr lang="en-US" sz="2000" dirty="0"/>
                        <a:t>NGOs</a:t>
                      </a:r>
                      <a:endParaRPr lang="en-AU" sz="20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2000" dirty="0"/>
                        <a:t>Improving social outcomes while maintain ecological health</a:t>
                      </a:r>
                      <a:endParaRPr lang="en-AU" sz="20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2000" dirty="0"/>
                        <a:t>Medium </a:t>
                      </a:r>
                      <a:endParaRPr lang="en-AU" sz="20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2000" dirty="0"/>
                        <a:t>Advocate and action balanced development approach</a:t>
                      </a:r>
                      <a:endParaRPr lang="en-AU" sz="2000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78983525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2599715153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558E57B-C9D0-9D84-9E83-D47082C8816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A78C806-0800-5778-77C0-61F03568EBD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Stakeholder Identification &amp; Analysis 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6E5B01EF-594B-21CC-528F-BBD0480EB75F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r>
              <a:rPr lang="en-US" dirty="0"/>
              <a:t>Strategy success relies on: </a:t>
            </a:r>
          </a:p>
          <a:p>
            <a:pPr lvl="1"/>
            <a:r>
              <a:rPr lang="en-US" dirty="0"/>
              <a:t>Transboundary collaboration through OKACOM</a:t>
            </a:r>
          </a:p>
          <a:p>
            <a:pPr lvl="1"/>
            <a:r>
              <a:rPr lang="en-US" dirty="0"/>
              <a:t>Creating long-term binding agreements </a:t>
            </a:r>
          </a:p>
          <a:p>
            <a:pPr lvl="1"/>
            <a:r>
              <a:rPr lang="en-US" dirty="0"/>
              <a:t>Sharing resources to uplift Angola to limit development pressure on Delta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42DAECAE-DA2E-D7A7-D9B5-22A447D6C1BC}"/>
              </a:ext>
            </a:extLst>
          </p:cNvPr>
          <p:cNvSpPr>
            <a:spLocks noGrp="1"/>
          </p:cNvSpPr>
          <p:nvPr>
            <p:ph type="sldNum" idx="12"/>
          </p:nvPr>
        </p:nvSpPr>
        <p:spPr/>
        <p:txBody>
          <a:bodyPr/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 smtClean="0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207415473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1AC2EB8-C7C8-44BC-56C8-E3CFFE2766B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95F4559-9014-2D8A-BF85-5C49EF439DA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09600" y="1616741"/>
            <a:ext cx="10972800" cy="1143000"/>
          </a:xfrm>
        </p:spPr>
        <p:txBody>
          <a:bodyPr/>
          <a:lstStyle/>
          <a:p>
            <a:pPr algn="ctr"/>
            <a:r>
              <a:rPr lang="en-US" dirty="0"/>
              <a:t>Sustainable Management and Development Plan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368E6B64-7BAC-F504-ACA8-F4469CDBCBF3}"/>
              </a:ext>
            </a:extLst>
          </p:cNvPr>
          <p:cNvSpPr>
            <a:spLocks noGrp="1"/>
          </p:cNvSpPr>
          <p:nvPr>
            <p:ph type="sldNum" idx="12"/>
          </p:nvPr>
        </p:nvSpPr>
        <p:spPr/>
        <p:txBody>
          <a:bodyPr/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 smtClean="0"/>
              <a:t>13</a:t>
            </a:fld>
            <a:endParaRPr lang="en-US"/>
          </a:p>
        </p:txBody>
      </p:sp>
      <p:sp>
        <p:nvSpPr>
          <p:cNvPr id="5" name="Title 1">
            <a:extLst>
              <a:ext uri="{FF2B5EF4-FFF2-40B4-BE49-F238E27FC236}">
                <a16:creationId xmlns:a16="http://schemas.microsoft.com/office/drawing/2014/main" id="{BFFB893F-C47A-FE25-2A6A-86C364A81443}"/>
              </a:ext>
            </a:extLst>
          </p:cNvPr>
          <p:cNvSpPr txBox="1">
            <a:spLocks/>
          </p:cNvSpPr>
          <p:nvPr/>
        </p:nvSpPr>
        <p:spPr>
          <a:xfrm>
            <a:off x="314633" y="3843747"/>
            <a:ext cx="10972800" cy="1143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A71930"/>
              </a:buClr>
              <a:buSzPts val="4000"/>
              <a:buFont typeface="Arial Narrow"/>
              <a:buNone/>
              <a:defRPr sz="4000" b="1" i="0" u="none" strike="noStrike" cap="none">
                <a:solidFill>
                  <a:srgbClr val="A71930"/>
                </a:solidFill>
                <a:latin typeface="Arial Narrow"/>
                <a:ea typeface="Arial Narrow"/>
                <a:cs typeface="Arial Narrow"/>
                <a:sym typeface="Arial Narrow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algn="ctr"/>
            <a:r>
              <a:rPr lang="en-US" sz="2400" dirty="0"/>
              <a:t>Implementation for (proposed strategy)</a:t>
            </a:r>
          </a:p>
        </p:txBody>
      </p:sp>
    </p:spTree>
    <p:extLst>
      <p:ext uri="{BB962C8B-B14F-4D97-AF65-F5344CB8AC3E}">
        <p14:creationId xmlns:p14="http://schemas.microsoft.com/office/powerpoint/2010/main" val="436793547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33C6BDC-180C-7834-768D-6A0DFA62D85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Implementation of Sustainable Development Plan - Timeline</a:t>
            </a:r>
            <a:endParaRPr lang="en-AU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A03AC54A-5090-D416-F283-DB0EBC9B1403}"/>
              </a:ext>
            </a:extLst>
          </p:cNvPr>
          <p:cNvSpPr>
            <a:spLocks noGrp="1"/>
          </p:cNvSpPr>
          <p:nvPr>
            <p:ph type="sldNum" idx="12"/>
          </p:nvPr>
        </p:nvSpPr>
        <p:spPr/>
        <p:txBody>
          <a:bodyPr/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 smtClean="0"/>
              <a:t>14</a:t>
            </a:fld>
            <a:endParaRPr lang="en-US"/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DC36E6E1-B908-C000-E660-0C98B31839EF}"/>
              </a:ext>
            </a:extLst>
          </p:cNvPr>
          <p:cNvSpPr txBox="1"/>
          <p:nvPr/>
        </p:nvSpPr>
        <p:spPr>
          <a:xfrm>
            <a:off x="436246" y="1574550"/>
            <a:ext cx="10972799" cy="458587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2000" b="1" dirty="0">
                <a:latin typeface="Georgia" panose="02040502050405020303" pitchFamily="18" charset="0"/>
              </a:rPr>
              <a:t>2025-2026: </a:t>
            </a:r>
            <a:r>
              <a:rPr lang="en-US" sz="2000" i="1" dirty="0">
                <a:latin typeface="Georgia" panose="02040502050405020303" pitchFamily="18" charset="0"/>
              </a:rPr>
              <a:t>Proposal of Objective 1 – Reallocation of Tourism Revenue</a:t>
            </a:r>
          </a:p>
          <a:p>
            <a:r>
              <a:rPr lang="en-US" sz="2000" dirty="0">
                <a:latin typeface="Georgia" panose="02040502050405020303" pitchFamily="18" charset="0"/>
              </a:rPr>
              <a:t>-   Key Stakeholders</a:t>
            </a:r>
          </a:p>
          <a:p>
            <a:pPr marL="285750" indent="-285750">
              <a:buFontTx/>
              <a:buChar char="-"/>
            </a:pPr>
            <a:r>
              <a:rPr lang="en-US" sz="2000" dirty="0">
                <a:latin typeface="Georgia" panose="02040502050405020303" pitchFamily="18" charset="0"/>
              </a:rPr>
              <a:t>Government</a:t>
            </a:r>
          </a:p>
          <a:p>
            <a:pPr marL="285750" indent="-285750">
              <a:buFontTx/>
              <a:buChar char="-"/>
            </a:pPr>
            <a:r>
              <a:rPr lang="en-US" sz="2000" dirty="0">
                <a:latin typeface="Georgia" panose="02040502050405020303" pitchFamily="18" charset="0"/>
              </a:rPr>
              <a:t>Tourism Companies</a:t>
            </a:r>
          </a:p>
          <a:p>
            <a:pPr marL="285750" indent="-285750">
              <a:buFontTx/>
              <a:buChar char="-"/>
            </a:pPr>
            <a:endParaRPr lang="en-US" sz="2000" dirty="0">
              <a:latin typeface="Georgia" panose="02040502050405020303" pitchFamily="18" charset="0"/>
            </a:endParaRPr>
          </a:p>
          <a:p>
            <a:r>
              <a:rPr lang="en-US" sz="2000" b="1" dirty="0">
                <a:latin typeface="Georgia" panose="02040502050405020303" pitchFamily="18" charset="0"/>
              </a:rPr>
              <a:t>2030: </a:t>
            </a:r>
            <a:r>
              <a:rPr lang="en-US" sz="2000" i="1" dirty="0">
                <a:latin typeface="Georgia" panose="02040502050405020303" pitchFamily="18" charset="0"/>
              </a:rPr>
              <a:t>Legislation Passes (Objective 1 achieved)</a:t>
            </a:r>
          </a:p>
          <a:p>
            <a:pPr marL="285750" indent="-285750">
              <a:buFontTx/>
              <a:buChar char="-"/>
            </a:pPr>
            <a:r>
              <a:rPr lang="en-US" sz="2000" dirty="0">
                <a:latin typeface="Georgia" panose="02040502050405020303" pitchFamily="18" charset="0"/>
              </a:rPr>
              <a:t>Established connections with overseas sustainable energy developers/government organizations (eastern powers)</a:t>
            </a:r>
          </a:p>
          <a:p>
            <a:pPr marL="285750" indent="-285750">
              <a:buFontTx/>
              <a:buChar char="-"/>
            </a:pPr>
            <a:r>
              <a:rPr lang="en-US" sz="2000" dirty="0">
                <a:latin typeface="Georgia" panose="02040502050405020303" pitchFamily="18" charset="0"/>
              </a:rPr>
              <a:t>Strengthen relationships with OKACOM for additional funding and support for future objectives</a:t>
            </a:r>
          </a:p>
          <a:p>
            <a:pPr marL="285750" indent="-285750">
              <a:buFontTx/>
              <a:buChar char="-"/>
            </a:pPr>
            <a:endParaRPr lang="en-US" sz="2000" dirty="0">
              <a:latin typeface="Georgia" panose="02040502050405020303" pitchFamily="18" charset="0"/>
            </a:endParaRPr>
          </a:p>
          <a:p>
            <a:r>
              <a:rPr lang="en-US" sz="2000" b="1" dirty="0">
                <a:latin typeface="Georgia" panose="02040502050405020303" pitchFamily="18" charset="0"/>
              </a:rPr>
              <a:t>2030-2031: </a:t>
            </a:r>
            <a:r>
              <a:rPr lang="en-US" sz="2000" i="1" dirty="0">
                <a:latin typeface="Georgia" panose="02040502050405020303" pitchFamily="18" charset="0"/>
              </a:rPr>
              <a:t>Implementation of Objective 2 – Eco-farming practices</a:t>
            </a:r>
          </a:p>
          <a:p>
            <a:pPr marL="342900" indent="-342900">
              <a:buFontTx/>
              <a:buChar char="-"/>
            </a:pPr>
            <a:r>
              <a:rPr lang="en-US" sz="2000" dirty="0">
                <a:latin typeface="Georgia" panose="02040502050405020303" pitchFamily="18" charset="0"/>
              </a:rPr>
              <a:t>Create education programs within the community</a:t>
            </a:r>
          </a:p>
          <a:p>
            <a:pPr marL="342900" indent="-342900">
              <a:buFontTx/>
              <a:buChar char="-"/>
            </a:pPr>
            <a:r>
              <a:rPr lang="en-US" sz="2000" dirty="0">
                <a:latin typeface="Georgia" panose="02040502050405020303" pitchFamily="18" charset="0"/>
              </a:rPr>
              <a:t>Build strong connection with local farmers/researchers/volunteers </a:t>
            </a:r>
          </a:p>
          <a:p>
            <a:endParaRPr lang="en-AU" sz="1200" dirty="0">
              <a:latin typeface="Georgia" panose="02040502050405020303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618891409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EF5FA19-3804-5083-B5EB-221C3B6D3CA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3D0DD0D-3C43-7C44-2F0B-85CB1E2AC5B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Implementation of Sustainable Development Plan - Timeline</a:t>
            </a:r>
            <a:endParaRPr lang="en-AU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6389D433-16B6-5ADC-3E23-2E0B0CFA2E00}"/>
              </a:ext>
            </a:extLst>
          </p:cNvPr>
          <p:cNvSpPr>
            <a:spLocks noGrp="1"/>
          </p:cNvSpPr>
          <p:nvPr>
            <p:ph type="sldNum" idx="12"/>
          </p:nvPr>
        </p:nvSpPr>
        <p:spPr/>
        <p:txBody>
          <a:bodyPr/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 smtClean="0"/>
              <a:t>15</a:t>
            </a:fld>
            <a:endParaRPr lang="en-US"/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96634280-FDC0-7BB7-5EFD-D57C3B0115B5}"/>
              </a:ext>
            </a:extLst>
          </p:cNvPr>
          <p:cNvSpPr txBox="1"/>
          <p:nvPr/>
        </p:nvSpPr>
        <p:spPr>
          <a:xfrm>
            <a:off x="609601" y="1752969"/>
            <a:ext cx="10972799" cy="378565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2000" b="1" dirty="0">
                <a:latin typeface="Georgia" panose="02040502050405020303" pitchFamily="18" charset="0"/>
              </a:rPr>
              <a:t>2030 - 2040: </a:t>
            </a:r>
            <a:r>
              <a:rPr lang="en-US" sz="2000" i="1" dirty="0">
                <a:latin typeface="Georgia" panose="02040502050405020303" pitchFamily="18" charset="0"/>
              </a:rPr>
              <a:t>Implementation of Objective 3 </a:t>
            </a:r>
          </a:p>
          <a:p>
            <a:r>
              <a:rPr lang="en-US" sz="2000" dirty="0">
                <a:latin typeface="Georgia" panose="02040502050405020303" pitchFamily="18" charset="0"/>
              </a:rPr>
              <a:t>Planning and development of sustainable energy sources: Solar and Wind</a:t>
            </a:r>
          </a:p>
          <a:p>
            <a:pPr marL="342900" indent="-342900">
              <a:buFontTx/>
              <a:buChar char="-"/>
            </a:pPr>
            <a:r>
              <a:rPr lang="en-US" sz="2000" dirty="0">
                <a:latin typeface="Georgia" panose="02040502050405020303" pitchFamily="18" charset="0"/>
              </a:rPr>
              <a:t>Importing resources</a:t>
            </a:r>
          </a:p>
          <a:p>
            <a:pPr marL="342900" indent="-342900">
              <a:buFontTx/>
              <a:buChar char="-"/>
            </a:pPr>
            <a:r>
              <a:rPr lang="en-US" sz="2000" dirty="0">
                <a:latin typeface="Georgia" panose="02040502050405020303" pitchFamily="18" charset="0"/>
              </a:rPr>
              <a:t>Begin Construction</a:t>
            </a:r>
          </a:p>
          <a:p>
            <a:pPr marL="342900" indent="-342900">
              <a:buFontTx/>
              <a:buChar char="-"/>
            </a:pPr>
            <a:endParaRPr lang="en-US" sz="2000" dirty="0">
              <a:latin typeface="Georgia" panose="02040502050405020303" pitchFamily="18" charset="0"/>
            </a:endParaRPr>
          </a:p>
          <a:p>
            <a:r>
              <a:rPr lang="en-US" sz="2000" b="1" dirty="0">
                <a:latin typeface="Georgia" panose="02040502050405020303" pitchFamily="18" charset="0"/>
              </a:rPr>
              <a:t>2040: </a:t>
            </a:r>
            <a:r>
              <a:rPr lang="en-US" sz="2000" dirty="0">
                <a:latin typeface="Georgia" panose="02040502050405020303" pitchFamily="18" charset="0"/>
              </a:rPr>
              <a:t>100% of the energy grid is net 0 emissions</a:t>
            </a:r>
          </a:p>
          <a:p>
            <a:endParaRPr lang="en-US" sz="2000" b="1" dirty="0">
              <a:latin typeface="Georgia" panose="02040502050405020303" pitchFamily="18" charset="0"/>
            </a:endParaRPr>
          </a:p>
          <a:p>
            <a:r>
              <a:rPr lang="en-US" sz="2000" b="1" dirty="0">
                <a:latin typeface="Georgia" panose="02040502050405020303" pitchFamily="18" charset="0"/>
              </a:rPr>
              <a:t>2040 – 2045: </a:t>
            </a:r>
            <a:r>
              <a:rPr lang="en-US" sz="2000" dirty="0">
                <a:latin typeface="Georgia" panose="02040502050405020303" pitchFamily="18" charset="0"/>
              </a:rPr>
              <a:t>Eco-Friendly farming methods become common practice within 80% of farming communities; self-taught within the community</a:t>
            </a:r>
          </a:p>
          <a:p>
            <a:endParaRPr lang="en-US" sz="2000" b="1" dirty="0">
              <a:latin typeface="Georgia" panose="02040502050405020303" pitchFamily="18" charset="0"/>
            </a:endParaRPr>
          </a:p>
          <a:p>
            <a:r>
              <a:rPr lang="en-US" sz="2000" b="1" dirty="0">
                <a:latin typeface="Georgia" panose="02040502050405020303" pitchFamily="18" charset="0"/>
              </a:rPr>
              <a:t>2050: </a:t>
            </a:r>
            <a:r>
              <a:rPr lang="en-US" sz="2000" dirty="0">
                <a:latin typeface="Georgia" panose="02040502050405020303" pitchFamily="18" charset="0"/>
              </a:rPr>
              <a:t>Overarching vison and goals have been met and are sustainable </a:t>
            </a:r>
            <a:endParaRPr lang="en-US" sz="2000" b="1" dirty="0">
              <a:latin typeface="Georgia" panose="02040502050405020303" pitchFamily="18" charset="0"/>
            </a:endParaRPr>
          </a:p>
          <a:p>
            <a:r>
              <a:rPr lang="en-US" sz="2000" i="1" dirty="0">
                <a:latin typeface="Georgia" panose="02040502050405020303" pitchFamily="18" charset="0"/>
              </a:rPr>
              <a:t> </a:t>
            </a:r>
            <a:endParaRPr lang="en-AU" sz="1200" i="1" dirty="0">
              <a:latin typeface="Georgia" panose="02040502050405020303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664618279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D3B8CD2-C311-FCD7-3C7D-72965B0C22E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16E1375-CED8-B5D4-7793-1B93D5C2721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Roadblocks and Necessities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F8F60B00-E1BE-F396-39E6-41F75DAEC140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Political opposition</a:t>
            </a:r>
          </a:p>
          <a:p>
            <a:r>
              <a:rPr lang="en-US" dirty="0"/>
              <a:t>Materials and funds for sustainable energy and food production</a:t>
            </a:r>
          </a:p>
          <a:p>
            <a:pPr lvl="1"/>
            <a:r>
              <a:rPr lang="en-US" dirty="0"/>
              <a:t>Solar panels</a:t>
            </a:r>
          </a:p>
          <a:p>
            <a:pPr lvl="1"/>
            <a:r>
              <a:rPr lang="en-US" dirty="0"/>
              <a:t>Wind turbines</a:t>
            </a:r>
          </a:p>
          <a:p>
            <a:pPr lvl="1"/>
            <a:r>
              <a:rPr lang="en-US" dirty="0"/>
              <a:t>Fishery materials</a:t>
            </a:r>
          </a:p>
          <a:p>
            <a:r>
              <a:rPr lang="en-US" dirty="0"/>
              <a:t>Alliances in the east, particularly China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D413D161-F017-B60A-42ED-6284993BB432}"/>
              </a:ext>
            </a:extLst>
          </p:cNvPr>
          <p:cNvSpPr>
            <a:spLocks noGrp="1"/>
          </p:cNvSpPr>
          <p:nvPr>
            <p:ph type="sldNum" idx="12"/>
          </p:nvPr>
        </p:nvSpPr>
        <p:spPr/>
        <p:txBody>
          <a:bodyPr/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 smtClean="0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5219133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9E71907-387F-E840-18F9-482687E718E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" name="Picture 5" descr="A group of palm trees at sunset&#10;&#10;AI-generated content may be incorrect.">
            <a:extLst>
              <a:ext uri="{FF2B5EF4-FFF2-40B4-BE49-F238E27FC236}">
                <a16:creationId xmlns:a16="http://schemas.microsoft.com/office/drawing/2014/main" id="{C31EA1A5-EAC2-DFF6-2DDE-AD85C3D89B97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b="16211"/>
          <a:stretch/>
        </p:blipFill>
        <p:spPr>
          <a:xfrm>
            <a:off x="-85272" y="0"/>
            <a:ext cx="12277272" cy="6858000"/>
          </a:xfrm>
          <a:prstGeom prst="rect">
            <a:avLst/>
          </a:prstGeom>
        </p:spPr>
      </p:pic>
      <p:sp>
        <p:nvSpPr>
          <p:cNvPr id="2" name="Title 1">
            <a:extLst>
              <a:ext uri="{FF2B5EF4-FFF2-40B4-BE49-F238E27FC236}">
                <a16:creationId xmlns:a16="http://schemas.microsoft.com/office/drawing/2014/main" id="{BF9551F6-4EC2-84B4-D04D-7D64C004A37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09600" y="1616741"/>
            <a:ext cx="10972800" cy="1143000"/>
          </a:xfrm>
          <a:solidFill>
            <a:schemeClr val="bg1"/>
          </a:solidFill>
        </p:spPr>
        <p:txBody>
          <a:bodyPr/>
          <a:lstStyle/>
          <a:p>
            <a:pPr algn="ctr"/>
            <a:r>
              <a:rPr lang="en-US" dirty="0"/>
              <a:t>Conclusion and Recommendations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420018FC-2CE0-4960-A785-A3CCBC4E6F1B}"/>
              </a:ext>
            </a:extLst>
          </p:cNvPr>
          <p:cNvSpPr>
            <a:spLocks noGrp="1"/>
          </p:cNvSpPr>
          <p:nvPr>
            <p:ph type="sldNum" idx="12"/>
          </p:nvPr>
        </p:nvSpPr>
        <p:spPr/>
        <p:txBody>
          <a:bodyPr/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 smtClean="0"/>
              <a:t>17</a:t>
            </a:fld>
            <a:endParaRPr lang="en-US"/>
          </a:p>
        </p:txBody>
      </p:sp>
      <p:sp>
        <p:nvSpPr>
          <p:cNvPr id="5" name="Title 1">
            <a:extLst>
              <a:ext uri="{FF2B5EF4-FFF2-40B4-BE49-F238E27FC236}">
                <a16:creationId xmlns:a16="http://schemas.microsoft.com/office/drawing/2014/main" id="{8640B1CB-78A8-D00A-68E1-96066F544CA9}"/>
              </a:ext>
            </a:extLst>
          </p:cNvPr>
          <p:cNvSpPr txBox="1">
            <a:spLocks/>
          </p:cNvSpPr>
          <p:nvPr/>
        </p:nvSpPr>
        <p:spPr>
          <a:xfrm>
            <a:off x="314633" y="3843747"/>
            <a:ext cx="10972800" cy="1143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A71930"/>
              </a:buClr>
              <a:buSzPts val="4000"/>
              <a:buFont typeface="Arial Narrow"/>
              <a:buNone/>
              <a:defRPr sz="4000" b="1" i="0" u="none" strike="noStrike" cap="none">
                <a:solidFill>
                  <a:srgbClr val="A71930"/>
                </a:solidFill>
                <a:latin typeface="Arial Narrow"/>
                <a:ea typeface="Arial Narrow"/>
                <a:cs typeface="Arial Narrow"/>
                <a:sym typeface="Arial Narrow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algn="ctr"/>
            <a:endParaRPr lang="en-US" sz="2400" dirty="0"/>
          </a:p>
        </p:txBody>
      </p:sp>
    </p:spTree>
    <p:extLst>
      <p:ext uri="{BB962C8B-B14F-4D97-AF65-F5344CB8AC3E}">
        <p14:creationId xmlns:p14="http://schemas.microsoft.com/office/powerpoint/2010/main" val="2064389573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FA0271B-269B-81C7-1C14-EEF50C7264E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1C6DD35-B228-AC3D-324C-44C14F8DC8F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	Conclusion and Recommendations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7C5A1124-E042-A2D8-4EC0-1E3BBAF59742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Summary of your final recommendations</a:t>
            </a:r>
          </a:p>
          <a:p>
            <a:r>
              <a:rPr lang="en-US" dirty="0"/>
              <a:t>Call to action 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947B2757-CFBA-D636-2A2A-A064E01724E1}"/>
              </a:ext>
            </a:extLst>
          </p:cNvPr>
          <p:cNvSpPr>
            <a:spLocks noGrp="1"/>
          </p:cNvSpPr>
          <p:nvPr>
            <p:ph type="sldNum" idx="12"/>
          </p:nvPr>
        </p:nvSpPr>
        <p:spPr/>
        <p:txBody>
          <a:bodyPr/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 smtClean="0"/>
              <a:t>18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71974099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5E22826-F795-28AF-267B-861BDE9876B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ADB75BD-AD73-012B-A796-A871F765243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09600" y="1616741"/>
            <a:ext cx="10972800" cy="1143000"/>
          </a:xfrm>
        </p:spPr>
        <p:txBody>
          <a:bodyPr/>
          <a:lstStyle/>
          <a:p>
            <a:pPr algn="ctr"/>
            <a:r>
              <a:rPr lang="en-US" dirty="0"/>
              <a:t>Stakeholder Question &amp; Answers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AF50BE15-3459-D4DB-73A7-EC26102D6D24}"/>
              </a:ext>
            </a:extLst>
          </p:cNvPr>
          <p:cNvSpPr>
            <a:spLocks noGrp="1"/>
          </p:cNvSpPr>
          <p:nvPr>
            <p:ph type="sldNum" idx="12"/>
          </p:nvPr>
        </p:nvSpPr>
        <p:spPr/>
        <p:txBody>
          <a:bodyPr/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 smtClean="0"/>
              <a:t>19</a:t>
            </a:fld>
            <a:endParaRPr lang="en-US"/>
          </a:p>
        </p:txBody>
      </p:sp>
      <p:sp>
        <p:nvSpPr>
          <p:cNvPr id="5" name="Title 1">
            <a:extLst>
              <a:ext uri="{FF2B5EF4-FFF2-40B4-BE49-F238E27FC236}">
                <a16:creationId xmlns:a16="http://schemas.microsoft.com/office/drawing/2014/main" id="{7454B96A-84D8-D407-1D3E-906A6A87C710}"/>
              </a:ext>
            </a:extLst>
          </p:cNvPr>
          <p:cNvSpPr txBox="1">
            <a:spLocks/>
          </p:cNvSpPr>
          <p:nvPr/>
        </p:nvSpPr>
        <p:spPr>
          <a:xfrm>
            <a:off x="314633" y="3843747"/>
            <a:ext cx="10972800" cy="1143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A71930"/>
              </a:buClr>
              <a:buSzPts val="4000"/>
              <a:buFont typeface="Arial Narrow"/>
              <a:buNone/>
              <a:defRPr sz="4000" b="1" i="0" u="none" strike="noStrike" cap="none">
                <a:solidFill>
                  <a:srgbClr val="A71930"/>
                </a:solidFill>
                <a:latin typeface="Arial Narrow"/>
                <a:ea typeface="Arial Narrow"/>
                <a:cs typeface="Arial Narrow"/>
                <a:sym typeface="Arial Narrow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algn="ctr"/>
            <a:endParaRPr lang="en-US" sz="2400" dirty="0"/>
          </a:p>
        </p:txBody>
      </p:sp>
    </p:spTree>
    <p:extLst>
      <p:ext uri="{BB962C8B-B14F-4D97-AF65-F5344CB8AC3E}">
        <p14:creationId xmlns:p14="http://schemas.microsoft.com/office/powerpoint/2010/main" val="1644246943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8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9" name="Google Shape;89;p2"/>
          <p:cNvSpPr txBox="1">
            <a:spLocks noGrp="1"/>
          </p:cNvSpPr>
          <p:nvPr>
            <p:ph type="title" idx="4294967295"/>
          </p:nvPr>
        </p:nvSpPr>
        <p:spPr>
          <a:xfrm>
            <a:off x="609600" y="274638"/>
            <a:ext cx="10972800" cy="1143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A71930"/>
              </a:buClr>
              <a:buSzPts val="4000"/>
              <a:buFont typeface="Arial Narrow"/>
              <a:buNone/>
            </a:pPr>
            <a:r>
              <a:rPr lang="en-US"/>
              <a:t>Holding Page for Executive Summary / Presentation Overview</a:t>
            </a:r>
            <a:endParaRPr/>
          </a:p>
        </p:txBody>
      </p:sp>
      <p:sp>
        <p:nvSpPr>
          <p:cNvPr id="90" name="Google Shape;90;p2"/>
          <p:cNvSpPr txBox="1">
            <a:spLocks noGrp="1"/>
          </p:cNvSpPr>
          <p:nvPr>
            <p:ph type="body" idx="4294967295"/>
          </p:nvPr>
        </p:nvSpPr>
        <p:spPr>
          <a:xfrm>
            <a:off x="609600" y="1600201"/>
            <a:ext cx="10972800" cy="45259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457200" marR="0" lvl="0" indent="-431800" algn="l" rtl="0">
              <a:lnSpc>
                <a:spcPct val="115000"/>
              </a:lnSpc>
              <a:spcBef>
                <a:spcPts val="64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Arial"/>
              <a:buChar char="•"/>
            </a:pPr>
            <a:r>
              <a:rPr lang="en-US">
                <a:highlight>
                  <a:srgbClr val="FFFF00"/>
                </a:highlight>
              </a:rPr>
              <a:t>Tbc last once final content is agreed</a:t>
            </a:r>
            <a:endParaRPr/>
          </a:p>
          <a:p>
            <a:pPr marL="457200" marR="0" lvl="0" indent="-228600" algn="l" rtl="0">
              <a:lnSpc>
                <a:spcPct val="115000"/>
              </a:lnSpc>
              <a:spcBef>
                <a:spcPts val="64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Arial"/>
              <a:buNone/>
            </a:pPr>
            <a:endParaRPr>
              <a:highlight>
                <a:srgbClr val="FFFF00"/>
              </a:highlight>
            </a:endParaRPr>
          </a:p>
          <a:p>
            <a:pPr marL="457200" marR="0" lvl="0" indent="-431800" algn="l" rtl="0">
              <a:lnSpc>
                <a:spcPct val="115000"/>
              </a:lnSpc>
              <a:spcBef>
                <a:spcPts val="64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Arial"/>
              <a:buChar char="•"/>
            </a:pPr>
            <a:r>
              <a:rPr lang="en-US">
                <a:highlight>
                  <a:srgbClr val="FFFF00"/>
                </a:highlight>
              </a:rPr>
              <a:t>Note: all formatting (including colours and font size) to be edited/reviewed once text is agreed</a:t>
            </a:r>
            <a:endParaRPr>
              <a:highlight>
                <a:srgbClr val="FFFF00"/>
              </a:highlight>
            </a:endParaRPr>
          </a:p>
        </p:txBody>
      </p:sp>
      <p:pic>
        <p:nvPicPr>
          <p:cNvPr id="91" name="Google Shape;91;p2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sp>
        <p:nvSpPr>
          <p:cNvPr id="92" name="Google Shape;92;p2"/>
          <p:cNvSpPr txBox="1">
            <a:spLocks noGrp="1"/>
          </p:cNvSpPr>
          <p:nvPr>
            <p:ph type="sldNum" idx="12"/>
          </p:nvPr>
        </p:nvSpPr>
        <p:spPr>
          <a:xfrm>
            <a:off x="11296611" y="6217622"/>
            <a:ext cx="731700" cy="524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Arial"/>
              <a:buNone/>
            </a:pPr>
            <a:fld id="{00000000-1234-1234-1234-123412341234}" type="slidenum">
              <a:rPr lang="en-US"/>
              <a:t>20</a:t>
            </a:fld>
            <a:endParaRPr/>
          </a:p>
        </p:txBody>
      </p:sp>
      <p:pic>
        <p:nvPicPr>
          <p:cNvPr id="93" name="Google Shape;93;p2"/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0" y="1"/>
            <a:ext cx="12192000" cy="6857999"/>
          </a:xfrm>
          <a:prstGeom prst="rect">
            <a:avLst/>
          </a:prstGeom>
          <a:noFill/>
          <a:ln>
            <a:noFill/>
          </a:ln>
        </p:spPr>
      </p:pic>
      <p:pic>
        <p:nvPicPr>
          <p:cNvPr id="94" name="Google Shape;94;p2"/>
          <p:cNvPicPr preferRelativeResize="0"/>
          <p:nvPr/>
        </p:nvPicPr>
        <p:blipFill>
          <a:blip r:embed="rId5">
            <a:alphaModFix/>
          </a:blip>
          <a:stretch>
            <a:fillRect/>
          </a:stretch>
        </p:blipFill>
        <p:spPr>
          <a:xfrm>
            <a:off x="3510525" y="2543075"/>
            <a:ext cx="4618174" cy="2913425"/>
          </a:xfrm>
          <a:prstGeom prst="rect">
            <a:avLst/>
          </a:prstGeom>
          <a:noFill/>
          <a:ln>
            <a:noFill/>
          </a:ln>
        </p:spPr>
      </p:pic>
    </p:spTree>
    <p:extLst>
      <p:ext uri="{BB962C8B-B14F-4D97-AF65-F5344CB8AC3E}">
        <p14:creationId xmlns:p14="http://schemas.microsoft.com/office/powerpoint/2010/main" val="2116887335"/>
      </p:ext>
    </p:extLst>
  </p:cSld>
  <p:clrMapOvr>
    <a:masterClrMapping/>
  </p:clrMapOvr>
</p:sld>
</file>

<file path=ppt/theme/theme1.xml><?xml version="1.0" encoding="utf-8"?>
<a:theme xmlns:a="http://schemas.openxmlformats.org/drawingml/2006/main" name="Simple Light">
  <a:themeElements>
    <a:clrScheme name="Simple Light">
      <a:dk1>
        <a:srgbClr val="000000"/>
      </a:dk1>
      <a:lt1>
        <a:srgbClr val="FFFFFF"/>
      </a:lt1>
      <a:dk2>
        <a:srgbClr val="595959"/>
      </a:dk2>
      <a:lt2>
        <a:srgbClr val="EEEEEE"/>
      </a:lt2>
      <a:accent1>
        <a:srgbClr val="FFAB40"/>
      </a:accent1>
      <a:accent2>
        <a:srgbClr val="212121"/>
      </a:accent2>
      <a:accent3>
        <a:srgbClr val="78909C"/>
      </a:accent3>
      <a:accent4>
        <a:srgbClr val="FFAB40"/>
      </a:accent4>
      <a:accent5>
        <a:srgbClr val="0097A7"/>
      </a:accent5>
      <a:accent6>
        <a:srgbClr val="EEFF41"/>
      </a:accent6>
      <a:hlink>
        <a:srgbClr val="0097A7"/>
      </a:hlink>
      <a:folHlink>
        <a:srgbClr val="0097A7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customXml/_rels/item1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1.xml"/></Relationships>
</file>

<file path=customXml/_rels/item2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2.xml"/></Relationships>
</file>

<file path=customXml/_rels/item3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3.xml"/></Relationships>
</file>

<file path=customXml/item1.xml><?xml version="1.0" encoding="utf-8"?>
<ct:contentTypeSchema xmlns:ct="http://schemas.microsoft.com/office/2006/metadata/contentType" xmlns:ma="http://schemas.microsoft.com/office/2006/metadata/properties/metaAttributes" ct:_="" ma:_="" ma:contentTypeName="Document" ma:contentTypeID="0x010100853F185E34AE8445A258416BCE4C4790" ma:contentTypeVersion="15" ma:contentTypeDescription="Create a new document." ma:contentTypeScope="" ma:versionID="9dd71225fe2c515185138edf54b0840c">
  <xsd:schema xmlns:xsd="http://www.w3.org/2001/XMLSchema" xmlns:xs="http://www.w3.org/2001/XMLSchema" xmlns:p="http://schemas.microsoft.com/office/2006/metadata/properties" xmlns:ns2="caf87056-3fd3-4038-9c52-89882ecde542" xmlns:ns3="4402e8a7-1b7c-4b21-babd-e2cbbfb12e1e" targetNamespace="http://schemas.microsoft.com/office/2006/metadata/properties" ma:root="true" ma:fieldsID="372c34ec370559d7db21b77c8beddc41" ns2:_="" ns3:_="">
    <xsd:import namespace="caf87056-3fd3-4038-9c52-89882ecde542"/>
    <xsd:import namespace="4402e8a7-1b7c-4b21-babd-e2cbbfb12e1e"/>
    <xsd:element name="properties">
      <xsd:complexType>
        <xsd:sequence>
          <xsd:element name="documentManagement">
            <xsd:complexType>
              <xsd:all>
                <xsd:element ref="ns2:MediaServiceMetadata" minOccurs="0"/>
                <xsd:element ref="ns2:MediaServiceFastMetadata" minOccurs="0"/>
                <xsd:element ref="ns2:MediaServiceObjectDetectorVersions" minOccurs="0"/>
                <xsd:element ref="ns2:MediaServiceGenerationTime" minOccurs="0"/>
                <xsd:element ref="ns2:MediaServiceEventHashCode" minOccurs="0"/>
                <xsd:element ref="ns2:lcf76f155ced4ddcb4097134ff3c332f" minOccurs="0"/>
                <xsd:element ref="ns3:TaxCatchAll" minOccurs="0"/>
                <xsd:element ref="ns2:MediaServiceDateTaken" minOccurs="0"/>
                <xsd:element ref="ns2:MediaServiceLocation" minOccurs="0"/>
                <xsd:element ref="ns2:MediaServiceOCR" minOccurs="0"/>
                <xsd:element ref="ns2:MediaServiceSearchProperties" minOccurs="0"/>
                <xsd:element ref="ns3:SharedWithUsers" minOccurs="0"/>
                <xsd:element ref="ns3:SharedWithDetails" minOccurs="0"/>
                <xsd:element ref="ns2:MediaLengthInSeconds" minOccurs="0"/>
              </xsd:all>
            </xsd:complexType>
          </xsd:element>
        </xsd:sequence>
      </xsd:complex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caf87056-3fd3-4038-9c52-89882ecde542" elementFormDefault="qualified">
    <xsd:import namespace="http://schemas.microsoft.com/office/2006/documentManagement/types"/>
    <xsd:import namespace="http://schemas.microsoft.com/office/infopath/2007/PartnerControls"/>
    <xsd:element name="MediaServiceMetadata" ma:index="8" nillable="true" ma:displayName="MediaServiceMetadata" ma:hidden="true" ma:internalName="MediaServiceMetadata" ma:readOnly="true">
      <xsd:simpleType>
        <xsd:restriction base="dms:Note"/>
      </xsd:simpleType>
    </xsd:element>
    <xsd:element name="MediaServiceFastMetadata" ma:index="9" nillable="true" ma:displayName="MediaServiceFastMetadata" ma:hidden="true" ma:internalName="MediaServiceFastMetadata" ma:readOnly="true">
      <xsd:simpleType>
        <xsd:restriction base="dms:Note"/>
      </xsd:simpleType>
    </xsd:element>
    <xsd:element name="MediaServiceObjectDetectorVersions" ma:index="10" nillable="true" ma:displayName="MediaServiceObjectDetectorVersions" ma:hidden="true" ma:indexed="true" ma:internalName="MediaServiceObjectDetectorVersions" ma:readOnly="true">
      <xsd:simpleType>
        <xsd:restriction base="dms:Text"/>
      </xsd:simpleType>
    </xsd:element>
    <xsd:element name="MediaServiceGenerationTime" ma:index="11" nillable="true" ma:displayName="MediaServiceGenerationTime" ma:hidden="true" ma:internalName="MediaServiceGenerationTime" ma:readOnly="true">
      <xsd:simpleType>
        <xsd:restriction base="dms:Text"/>
      </xsd:simpleType>
    </xsd:element>
    <xsd:element name="MediaServiceEventHashCode" ma:index="12" nillable="true" ma:displayName="MediaServiceEventHashCode" ma:hidden="true" ma:internalName="MediaServiceEventHashCode" ma:readOnly="true">
      <xsd:simpleType>
        <xsd:restriction base="dms:Text"/>
      </xsd:simpleType>
    </xsd:element>
    <xsd:element name="lcf76f155ced4ddcb4097134ff3c332f" ma:index="14" nillable="true" ma:taxonomy="true" ma:internalName="lcf76f155ced4ddcb4097134ff3c332f" ma:taxonomyFieldName="MediaServiceImageTags" ma:displayName="Image Tags" ma:readOnly="false" ma:fieldId="{5cf76f15-5ced-4ddc-b409-7134ff3c332f}" ma:taxonomyMulti="true" ma:sspId="2b026aac-6b52-4d7e-a64d-f3ee90946f56" ma:termSetId="09814cd3-568e-fe90-9814-8d621ff8fb84" ma:anchorId="fba54fb3-c3e1-fe81-a776-ca4b69148c4d" ma:open="true" ma:isKeyword="false">
      <xsd:complexType>
        <xsd:sequence>
          <xsd:element ref="pc:Terms" minOccurs="0" maxOccurs="1"/>
        </xsd:sequence>
      </xsd:complexType>
    </xsd:element>
    <xsd:element name="MediaServiceDateTaken" ma:index="16" nillable="true" ma:displayName="MediaServiceDateTaken" ma:hidden="true" ma:indexed="true" ma:internalName="MediaServiceDateTaken" ma:readOnly="true">
      <xsd:simpleType>
        <xsd:restriction base="dms:Text"/>
      </xsd:simpleType>
    </xsd:element>
    <xsd:element name="MediaServiceLocation" ma:index="17" nillable="true" ma:displayName="Location" ma:indexed="true" ma:internalName="MediaServiceLocation" ma:readOnly="true">
      <xsd:simpleType>
        <xsd:restriction base="dms:Text"/>
      </xsd:simpleType>
    </xsd:element>
    <xsd:element name="MediaServiceOCR" ma:index="18" nillable="true" ma:displayName="Extracted Text" ma:internalName="MediaServiceOCR" ma:readOnly="true">
      <xsd:simpleType>
        <xsd:restriction base="dms:Note">
          <xsd:maxLength value="255"/>
        </xsd:restriction>
      </xsd:simpleType>
    </xsd:element>
    <xsd:element name="MediaServiceSearchProperties" ma:index="19" nillable="true" ma:displayName="MediaServiceSearchProperties" ma:hidden="true" ma:internalName="MediaServiceSearchProperties" ma:readOnly="true">
      <xsd:simpleType>
        <xsd:restriction base="dms:Note"/>
      </xsd:simpleType>
    </xsd:element>
    <xsd:element name="MediaLengthInSeconds" ma:index="22" nillable="true" ma:displayName="MediaLengthInSeconds" ma:hidden="true" ma:internalName="MediaLengthInSeconds" ma:readOnly="true">
      <xsd:simpleType>
        <xsd:restriction base="dms:Unknown"/>
      </xsd:simple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4402e8a7-1b7c-4b21-babd-e2cbbfb12e1e" elementFormDefault="qualified">
    <xsd:import namespace="http://schemas.microsoft.com/office/2006/documentManagement/types"/>
    <xsd:import namespace="http://schemas.microsoft.com/office/infopath/2007/PartnerControls"/>
    <xsd:element name="TaxCatchAll" ma:index="15" nillable="true" ma:displayName="Taxonomy Catch All Column" ma:hidden="true" ma:list="{dd48e018-f0f4-41cf-aecd-d8dbd2aa4cdd}" ma:internalName="TaxCatchAll" ma:showField="CatchAllData" ma:web="4402e8a7-1b7c-4b21-babd-e2cbbfb12e1e">
      <xsd:complexType>
        <xsd:complexContent>
          <xsd:extension base="dms:MultiChoiceLookup">
            <xsd:sequence>
              <xsd:element name="Value" type="dms:Lookup" maxOccurs="unbounded" minOccurs="0" nillable="true"/>
            </xsd:sequence>
          </xsd:extension>
        </xsd:complexContent>
      </xsd:complexType>
    </xsd:element>
    <xsd:element name="SharedWithUsers" ma:index="20" nillable="true" ma:displayName="Shared With" ma:internalName="SharedWithUsers" ma:readOnly="true">
      <xsd:complexType>
        <xsd:complexContent>
          <xsd:extension base="dms:UserMulti">
            <xsd:sequence>
              <xsd:element name="UserInfo" minOccurs="0" maxOccurs="unbounded">
                <xsd:complexType>
                  <xsd:sequence>
                    <xsd:element name="DisplayName" type="xsd:string" minOccurs="0"/>
                    <xsd:element name="AccountId" type="dms:UserId" minOccurs="0" nillable="true"/>
                    <xsd:element name="AccountType" type="xsd:string" minOccurs="0"/>
                  </xsd:sequence>
                </xsd:complexType>
              </xsd:element>
            </xsd:sequence>
          </xsd:extension>
        </xsd:complexContent>
      </xsd:complexType>
    </xsd:element>
    <xsd:element name="SharedWithDetails" ma:index="21" nillable="true" ma:displayName="Shared With Details" ma:internalName="SharedWithDetails" ma:readOnly="true">
      <xsd:simpleType>
        <xsd:restriction base="dms:Note">
          <xsd:maxLength value="255"/>
        </xsd:restriction>
      </xsd:simpleType>
    </xsd:element>
  </xsd:schema>
  <xsd:schema xmlns="http://schemas.openxmlformats.org/package/2006/metadata/core-properties" xmlns:xsd="http://www.w3.org/2001/XMLSchema" xmlns:xsi="http://www.w3.org/2001/XMLSchema-instance" xmlns:dc="http://purl.org/dc/elements/1.1/" xmlns:dcterms="http://purl.org/dc/terms/" xmlns:odoc="http://schemas.microsoft.com/internal/obd" targetNamespace="http://schemas.openxmlformats.org/package/2006/metadata/core-properties" elementFormDefault="qualified" attributeFormDefault="unqualified" blockDefault="#all">
    <xsd:import namespace="http://purl.org/dc/elements/1.1/" schemaLocation="http://dublincore.org/schemas/xmls/qdc/2003/04/02/dc.xsd"/>
    <xsd:import namespace="http://purl.org/dc/terms/" schemaLocation="http://dublincore.org/schemas/xmls/qdc/2003/04/02/dcterms.xsd"/>
    <xsd:element name="coreProperties" type="CT_coreProperties"/>
    <xsd:complexType name="CT_coreProperties">
      <xsd:all>
        <xsd:element ref="dc:creator" minOccurs="0" maxOccurs="1"/>
        <xsd:element ref="dcterms:created" minOccurs="0" maxOccurs="1"/>
        <xsd:element ref="dc:identifier" minOccurs="0" maxOccurs="1"/>
        <xsd:element name="contentType" minOccurs="0" maxOccurs="1" type="xsd:string" ma:index="0" ma:displayName="Content Type"/>
        <xsd:element ref="dc:title" minOccurs="0" maxOccurs="1" ma:index="4" ma:displayName="Title"/>
        <xsd:element ref="dc:subject" minOccurs="0" maxOccurs="1"/>
        <xsd:element ref="dc:description" minOccurs="0" maxOccurs="1"/>
        <xsd:element name="keywords" minOccurs="0" maxOccurs="1" type="xsd:string"/>
        <xsd:element ref="dc:language" minOccurs="0" maxOccurs="1"/>
        <xsd:element name="category" minOccurs="0" maxOccurs="1" type="xsd:string"/>
        <xsd:element name="version" minOccurs="0" maxOccurs="1" type="xsd:string"/>
        <xsd:element name="revision" minOccurs="0" maxOccurs="1" type="xsd:string">
          <xsd:annotation>
            <xsd:documentation>
                        This value indicates the number of saves or revisions. The application is responsible for updating this value after each revision.
                    </xsd:documentation>
          </xsd:annotation>
        </xsd:element>
        <xsd:element name="lastModifiedBy" minOccurs="0" maxOccurs="1" type="xsd:string"/>
        <xsd:element ref="dcterms:modified" minOccurs="0" maxOccurs="1"/>
        <xsd:element name="contentStatus" minOccurs="0" maxOccurs="1" type="xsd:string"/>
      </xsd:all>
    </xsd:complexType>
  </xsd:schema>
  <xs:schema xmlns:pc="http://schemas.microsoft.com/office/infopath/2007/PartnerControls" xmlns:xs="http://www.w3.org/2001/XMLSchema" targetNamespace="http://schemas.microsoft.com/office/infopath/2007/PartnerControls" elementFormDefault="qualified" attributeFormDefault="unqualified">
    <xs:element name="Person">
      <xs:complexType>
        <xs:sequence>
          <xs:element ref="pc:DisplayName" minOccurs="0"/>
          <xs:element ref="pc:AccountId" minOccurs="0"/>
          <xs:element ref="pc:AccountType" minOccurs="0"/>
        </xs:sequence>
      </xs:complexType>
    </xs:element>
    <xs:element name="DisplayName" type="xs:string"/>
    <xs:element name="AccountId" type="xs:string"/>
    <xs:element name="AccountType" type="xs:string"/>
    <xs:element name="BDCAssociatedEntity">
      <xs:complexType>
        <xs:sequence>
          <xs:element ref="pc:BDCEntity" minOccurs="0" maxOccurs="unbounded"/>
        </xs:sequence>
        <xs:attribute ref="pc:EntityNamespace"/>
        <xs:attribute ref="pc:EntityName"/>
        <xs:attribute ref="pc:SystemInstanceName"/>
        <xs:attribute ref="pc:AssociationName"/>
      </xs:complexType>
    </xs:element>
    <xs:attribute name="EntityNamespace" type="xs:string"/>
    <xs:attribute name="EntityName" type="xs:string"/>
    <xs:attribute name="SystemInstanceName" type="xs:string"/>
    <xs:attribute name="AssociationName" type="xs:string"/>
    <xs:element name="BDCEntity">
      <xs:complexType>
        <xs:sequence>
          <xs:element ref="pc:EntityDisplayName" minOccurs="0"/>
          <xs:element ref="pc:EntityInstanceReference" minOccurs="0"/>
          <xs:element ref="pc:EntityId1" minOccurs="0"/>
          <xs:element ref="pc:EntityId2" minOccurs="0"/>
          <xs:element ref="pc:EntityId3" minOccurs="0"/>
          <xs:element ref="pc:EntityId4" minOccurs="0"/>
          <xs:element ref="pc:EntityId5" minOccurs="0"/>
        </xs:sequence>
      </xs:complexType>
    </xs:element>
    <xs:element name="EntityDisplayName" type="xs:string"/>
    <xs:element name="EntityInstanceReference" type="xs:string"/>
    <xs:element name="EntityId1" type="xs:string"/>
    <xs:element name="EntityId2" type="xs:string"/>
    <xs:element name="EntityId3" type="xs:string"/>
    <xs:element name="EntityId4" type="xs:string"/>
    <xs:element name="EntityId5" type="xs:string"/>
    <xs:element name="Terms">
      <xs:complexType>
        <xs:sequence>
          <xs:element ref="pc:TermInfo" minOccurs="0" maxOccurs="unbounded"/>
        </xs:sequence>
      </xs:complexType>
    </xs:element>
    <xs:element name="TermInfo">
      <xs:complexType>
        <xs:sequence>
          <xs:element ref="pc:TermName" minOccurs="0"/>
          <xs:element ref="pc:TermId" minOccurs="0"/>
        </xs:sequence>
      </xs:complexType>
    </xs:element>
    <xs:element name="TermName" type="xs:string"/>
    <xs:element name="TermId" type="xs:string"/>
  </xs:schema>
</ct:contentTypeSchema>
</file>

<file path=customXml/item2.xml><?xml version="1.0" encoding="utf-8"?>
<?mso-contentType ?>
<FormTemplates xmlns="http://schemas.microsoft.com/sharepoint/v3/contenttype/forms">
  <Display>DocumentLibraryForm</Display>
  <Edit>DocumentLibraryForm</Edit>
  <New>DocumentLibraryForm</New>
</FormTemplates>
</file>

<file path=customXml/item3.xml><?xml version="1.0" encoding="utf-8"?>
<p:properties xmlns:p="http://schemas.microsoft.com/office/2006/metadata/properties" xmlns:xsi="http://www.w3.org/2001/XMLSchema-instance" xmlns:pc="http://schemas.microsoft.com/office/infopath/2007/PartnerControls">
  <documentManagement>
    <TaxCatchAll xmlns="4402e8a7-1b7c-4b21-babd-e2cbbfb12e1e" xsi:nil="true"/>
    <lcf76f155ced4ddcb4097134ff3c332f xmlns="caf87056-3fd3-4038-9c52-89882ecde542">
      <Terms xmlns="http://schemas.microsoft.com/office/infopath/2007/PartnerControls"/>
    </lcf76f155ced4ddcb4097134ff3c332f>
  </documentManagement>
</p:properties>
</file>

<file path=customXml/itemProps1.xml><?xml version="1.0" encoding="utf-8"?>
<ds:datastoreItem xmlns:ds="http://schemas.openxmlformats.org/officeDocument/2006/customXml" ds:itemID="{47BFB62B-1C77-4378-895E-B626416E335A}"/>
</file>

<file path=customXml/itemProps2.xml><?xml version="1.0" encoding="utf-8"?>
<ds:datastoreItem xmlns:ds="http://schemas.openxmlformats.org/officeDocument/2006/customXml" ds:itemID="{673B3B0E-BC52-4B35-A534-0CCF720BF4B0}"/>
</file>

<file path=customXml/itemProps3.xml><?xml version="1.0" encoding="utf-8"?>
<ds:datastoreItem xmlns:ds="http://schemas.openxmlformats.org/officeDocument/2006/customXml" ds:itemID="{76D83DC1-CCB8-471E-9151-69FD5ED93368}"/>
</file>

<file path=docProps/app.xml><?xml version="1.0" encoding="utf-8"?>
<Properties xmlns="http://schemas.openxmlformats.org/officeDocument/2006/extended-properties" xmlns:vt="http://schemas.openxmlformats.org/officeDocument/2006/docPropsVTypes">
  <TotalTime>4636</TotalTime>
  <Words>787</Words>
  <Application>Microsoft Office PowerPoint</Application>
  <PresentationFormat>Widescreen</PresentationFormat>
  <Paragraphs>173</Paragraphs>
  <Slides>20</Slides>
  <Notes>2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20</vt:i4>
      </vt:variant>
    </vt:vector>
  </HeadingPairs>
  <TitlesOfParts>
    <vt:vector size="25" baseType="lpstr">
      <vt:lpstr>Arial Narrow</vt:lpstr>
      <vt:lpstr>Arial</vt:lpstr>
      <vt:lpstr>Calibri</vt:lpstr>
      <vt:lpstr>Georgia</vt:lpstr>
      <vt:lpstr>Simple Light</vt:lpstr>
      <vt:lpstr>Sustainable Management and Development for the Okavango Delta: Uplifting Angola, Uplifting the Delta</vt:lpstr>
      <vt:lpstr>Introduction to the Okavango Delta</vt:lpstr>
      <vt:lpstr>Introduction to the Okavango Delta</vt:lpstr>
      <vt:lpstr>   Country Context: Angola</vt:lpstr>
      <vt:lpstr>Sustainable Management and Development for the Okavango Delta</vt:lpstr>
      <vt:lpstr>Proposed Sustainable Development Strategy </vt:lpstr>
      <vt:lpstr>Ecological Impacts and Conservation Opportunities</vt:lpstr>
      <vt:lpstr>Socioeconomic Impacts Assessment</vt:lpstr>
      <vt:lpstr>Stakeholder Identification &amp; Analysis (governance)</vt:lpstr>
      <vt:lpstr>Stakeholder Identification &amp; Analysis (economic)</vt:lpstr>
      <vt:lpstr>Stakeholder Identification &amp; Analysis (social)</vt:lpstr>
      <vt:lpstr>Stakeholder Identification &amp; Analysis </vt:lpstr>
      <vt:lpstr>Sustainable Management and Development Plan</vt:lpstr>
      <vt:lpstr>Implementation of Sustainable Development Plan - Timeline</vt:lpstr>
      <vt:lpstr>Implementation of Sustainable Development Plan - Timeline</vt:lpstr>
      <vt:lpstr>Roadblocks and Necessities</vt:lpstr>
      <vt:lpstr>Conclusion and Recommendations</vt:lpstr>
      <vt:lpstr> Conclusion and Recommendations</vt:lpstr>
      <vt:lpstr>Stakeholder Question &amp; Answers</vt:lpstr>
      <vt:lpstr>Holding Page for Executive Summary / Presentation Overview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Holding Page for Executive Summary / Presentation Overview</dc:title>
  <dc:creator>Jo Griffiths</dc:creator>
  <cp:lastModifiedBy>Sarah Bassett</cp:lastModifiedBy>
  <cp:revision>32</cp:revision>
  <dcterms:created xsi:type="dcterms:W3CDTF">2020-02-13T05:58:31Z</dcterms:created>
  <dcterms:modified xsi:type="dcterms:W3CDTF">2025-07-06T13:03:02Z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ontentTypeId">
    <vt:lpwstr>0x010100853F185E34AE8445A258416BCE4C4790</vt:lpwstr>
  </property>
</Properties>
</file>